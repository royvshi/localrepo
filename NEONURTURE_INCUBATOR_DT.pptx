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2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61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66972" y="1370600"/>
            <a:ext cx="9354054" cy="1247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396240"/>
          </a:xfrm>
          <a:custGeom>
            <a:avLst/>
            <a:gdLst/>
            <a:ahLst/>
            <a:cxnLst/>
            <a:rect l="l" t="t" r="r" b="b"/>
            <a:pathLst>
              <a:path w="18288000" h="396240">
                <a:moveTo>
                  <a:pt x="0" y="395792"/>
                </a:moveTo>
                <a:lnTo>
                  <a:pt x="18287998" y="395792"/>
                </a:lnTo>
                <a:lnTo>
                  <a:pt x="18287998" y="0"/>
                </a:lnTo>
                <a:lnTo>
                  <a:pt x="0" y="0"/>
                </a:lnTo>
                <a:lnTo>
                  <a:pt x="0" y="395792"/>
                </a:lnTo>
                <a:close/>
              </a:path>
            </a:pathLst>
          </a:custGeom>
          <a:solidFill>
            <a:srgbClr val="FEF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06220" y="11"/>
            <a:ext cx="16075660" cy="396240"/>
          </a:xfrm>
          <a:custGeom>
            <a:avLst/>
            <a:gdLst/>
            <a:ahLst/>
            <a:cxnLst/>
            <a:rect l="l" t="t" r="r" b="b"/>
            <a:pathLst>
              <a:path w="16075660" h="396240">
                <a:moveTo>
                  <a:pt x="34290" y="0"/>
                </a:moveTo>
                <a:lnTo>
                  <a:pt x="0" y="0"/>
                </a:lnTo>
                <a:lnTo>
                  <a:pt x="0" y="395782"/>
                </a:lnTo>
                <a:lnTo>
                  <a:pt x="34290" y="395782"/>
                </a:lnTo>
                <a:lnTo>
                  <a:pt x="34290" y="0"/>
                </a:lnTo>
                <a:close/>
              </a:path>
              <a:path w="16075660" h="396240">
                <a:moveTo>
                  <a:pt x="1505331" y="0"/>
                </a:moveTo>
                <a:lnTo>
                  <a:pt x="1471041" y="0"/>
                </a:lnTo>
                <a:lnTo>
                  <a:pt x="1471041" y="395782"/>
                </a:lnTo>
                <a:lnTo>
                  <a:pt x="1505331" y="395782"/>
                </a:lnTo>
                <a:lnTo>
                  <a:pt x="1505331" y="0"/>
                </a:lnTo>
                <a:close/>
              </a:path>
              <a:path w="16075660" h="396240">
                <a:moveTo>
                  <a:pt x="2972943" y="0"/>
                </a:moveTo>
                <a:lnTo>
                  <a:pt x="2938653" y="0"/>
                </a:lnTo>
                <a:lnTo>
                  <a:pt x="2938653" y="395782"/>
                </a:lnTo>
                <a:lnTo>
                  <a:pt x="2972943" y="395782"/>
                </a:lnTo>
                <a:lnTo>
                  <a:pt x="2972943" y="0"/>
                </a:lnTo>
                <a:close/>
              </a:path>
              <a:path w="16075660" h="396240">
                <a:moveTo>
                  <a:pt x="4443984" y="0"/>
                </a:moveTo>
                <a:lnTo>
                  <a:pt x="4409694" y="0"/>
                </a:lnTo>
                <a:lnTo>
                  <a:pt x="4409694" y="395782"/>
                </a:lnTo>
                <a:lnTo>
                  <a:pt x="4443984" y="395782"/>
                </a:lnTo>
                <a:lnTo>
                  <a:pt x="4443984" y="0"/>
                </a:lnTo>
                <a:close/>
              </a:path>
              <a:path w="16075660" h="396240">
                <a:moveTo>
                  <a:pt x="5911596" y="0"/>
                </a:moveTo>
                <a:lnTo>
                  <a:pt x="5877306" y="0"/>
                </a:lnTo>
                <a:lnTo>
                  <a:pt x="5877306" y="395782"/>
                </a:lnTo>
                <a:lnTo>
                  <a:pt x="5911596" y="395782"/>
                </a:lnTo>
                <a:lnTo>
                  <a:pt x="5911596" y="0"/>
                </a:lnTo>
                <a:close/>
              </a:path>
              <a:path w="16075660" h="396240">
                <a:moveTo>
                  <a:pt x="7382637" y="0"/>
                </a:moveTo>
                <a:lnTo>
                  <a:pt x="7348347" y="0"/>
                </a:lnTo>
                <a:lnTo>
                  <a:pt x="7348347" y="395782"/>
                </a:lnTo>
                <a:lnTo>
                  <a:pt x="7382637" y="395782"/>
                </a:lnTo>
                <a:lnTo>
                  <a:pt x="7382637" y="0"/>
                </a:lnTo>
                <a:close/>
              </a:path>
              <a:path w="16075660" h="396240">
                <a:moveTo>
                  <a:pt x="8727199" y="0"/>
                </a:moveTo>
                <a:lnTo>
                  <a:pt x="8692909" y="0"/>
                </a:lnTo>
                <a:lnTo>
                  <a:pt x="8692909" y="395782"/>
                </a:lnTo>
                <a:lnTo>
                  <a:pt x="8727199" y="395782"/>
                </a:lnTo>
                <a:lnTo>
                  <a:pt x="8727199" y="0"/>
                </a:lnTo>
                <a:close/>
              </a:path>
              <a:path w="16075660" h="396240">
                <a:moveTo>
                  <a:pt x="10198240" y="0"/>
                </a:moveTo>
                <a:lnTo>
                  <a:pt x="10163950" y="0"/>
                </a:lnTo>
                <a:lnTo>
                  <a:pt x="10163950" y="395782"/>
                </a:lnTo>
                <a:lnTo>
                  <a:pt x="10198240" y="395782"/>
                </a:lnTo>
                <a:lnTo>
                  <a:pt x="10198240" y="0"/>
                </a:lnTo>
                <a:close/>
              </a:path>
              <a:path w="16075660" h="396240">
                <a:moveTo>
                  <a:pt x="11669281" y="0"/>
                </a:moveTo>
                <a:lnTo>
                  <a:pt x="11634991" y="0"/>
                </a:lnTo>
                <a:lnTo>
                  <a:pt x="11634991" y="395782"/>
                </a:lnTo>
                <a:lnTo>
                  <a:pt x="11669281" y="395782"/>
                </a:lnTo>
                <a:lnTo>
                  <a:pt x="11669281" y="0"/>
                </a:lnTo>
                <a:close/>
              </a:path>
              <a:path w="16075660" h="396240">
                <a:moveTo>
                  <a:pt x="13136893" y="0"/>
                </a:moveTo>
                <a:lnTo>
                  <a:pt x="13102603" y="0"/>
                </a:lnTo>
                <a:lnTo>
                  <a:pt x="13102603" y="395782"/>
                </a:lnTo>
                <a:lnTo>
                  <a:pt x="13136893" y="395782"/>
                </a:lnTo>
                <a:lnTo>
                  <a:pt x="13136893" y="0"/>
                </a:lnTo>
                <a:close/>
              </a:path>
              <a:path w="16075660" h="396240">
                <a:moveTo>
                  <a:pt x="14607934" y="0"/>
                </a:moveTo>
                <a:lnTo>
                  <a:pt x="14573644" y="0"/>
                </a:lnTo>
                <a:lnTo>
                  <a:pt x="14573644" y="395782"/>
                </a:lnTo>
                <a:lnTo>
                  <a:pt x="14607934" y="395782"/>
                </a:lnTo>
                <a:lnTo>
                  <a:pt x="14607934" y="0"/>
                </a:lnTo>
                <a:close/>
              </a:path>
              <a:path w="16075660" h="396240">
                <a:moveTo>
                  <a:pt x="16075546" y="0"/>
                </a:moveTo>
                <a:lnTo>
                  <a:pt x="16041256" y="0"/>
                </a:lnTo>
                <a:lnTo>
                  <a:pt x="16041256" y="395782"/>
                </a:lnTo>
                <a:lnTo>
                  <a:pt x="16075546" y="395782"/>
                </a:lnTo>
                <a:lnTo>
                  <a:pt x="16075546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92"/>
            <a:ext cx="18287998" cy="989120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037538"/>
            <a:ext cx="2536213" cy="409480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347068" y="2875497"/>
            <a:ext cx="1941195" cy="4102100"/>
          </a:xfrm>
          <a:custGeom>
            <a:avLst/>
            <a:gdLst/>
            <a:ahLst/>
            <a:cxnLst/>
            <a:rect l="l" t="t" r="r" b="b"/>
            <a:pathLst>
              <a:path w="1941194" h="4102100">
                <a:moveTo>
                  <a:pt x="1437293" y="12699"/>
                </a:moveTo>
                <a:lnTo>
                  <a:pt x="1326328" y="12699"/>
                </a:lnTo>
                <a:lnTo>
                  <a:pt x="1335848" y="0"/>
                </a:lnTo>
                <a:lnTo>
                  <a:pt x="1421268" y="0"/>
                </a:lnTo>
                <a:lnTo>
                  <a:pt x="1437293" y="12699"/>
                </a:lnTo>
                <a:close/>
              </a:path>
              <a:path w="1941194" h="4102100">
                <a:moveTo>
                  <a:pt x="1455995" y="25399"/>
                </a:moveTo>
                <a:lnTo>
                  <a:pt x="1301162" y="25399"/>
                </a:lnTo>
                <a:lnTo>
                  <a:pt x="1307602" y="12699"/>
                </a:lnTo>
                <a:lnTo>
                  <a:pt x="1450082" y="12699"/>
                </a:lnTo>
                <a:lnTo>
                  <a:pt x="1455995" y="25399"/>
                </a:lnTo>
                <a:close/>
              </a:path>
              <a:path w="1941194" h="4102100">
                <a:moveTo>
                  <a:pt x="165791" y="787399"/>
                </a:moveTo>
                <a:lnTo>
                  <a:pt x="173670" y="774699"/>
                </a:lnTo>
                <a:lnTo>
                  <a:pt x="58765" y="774699"/>
                </a:lnTo>
                <a:lnTo>
                  <a:pt x="74523" y="761999"/>
                </a:lnTo>
                <a:lnTo>
                  <a:pt x="112926" y="736599"/>
                </a:lnTo>
                <a:lnTo>
                  <a:pt x="149704" y="711199"/>
                </a:lnTo>
                <a:lnTo>
                  <a:pt x="200811" y="673099"/>
                </a:lnTo>
                <a:lnTo>
                  <a:pt x="218318" y="660399"/>
                </a:lnTo>
                <a:lnTo>
                  <a:pt x="237369" y="647699"/>
                </a:lnTo>
                <a:lnTo>
                  <a:pt x="257016" y="634999"/>
                </a:lnTo>
                <a:lnTo>
                  <a:pt x="277257" y="622299"/>
                </a:lnTo>
                <a:lnTo>
                  <a:pt x="298095" y="622299"/>
                </a:lnTo>
                <a:lnTo>
                  <a:pt x="345607" y="596899"/>
                </a:lnTo>
                <a:lnTo>
                  <a:pt x="391593" y="571499"/>
                </a:lnTo>
                <a:lnTo>
                  <a:pt x="436053" y="546099"/>
                </a:lnTo>
                <a:lnTo>
                  <a:pt x="522041" y="495299"/>
                </a:lnTo>
                <a:lnTo>
                  <a:pt x="564879" y="457199"/>
                </a:lnTo>
                <a:lnTo>
                  <a:pt x="607286" y="431799"/>
                </a:lnTo>
                <a:lnTo>
                  <a:pt x="690346" y="380999"/>
                </a:lnTo>
                <a:lnTo>
                  <a:pt x="731491" y="342899"/>
                </a:lnTo>
                <a:lnTo>
                  <a:pt x="813196" y="292099"/>
                </a:lnTo>
                <a:lnTo>
                  <a:pt x="852897" y="266699"/>
                </a:lnTo>
                <a:lnTo>
                  <a:pt x="893981" y="241299"/>
                </a:lnTo>
                <a:lnTo>
                  <a:pt x="936449" y="215899"/>
                </a:lnTo>
                <a:lnTo>
                  <a:pt x="980300" y="203199"/>
                </a:lnTo>
                <a:lnTo>
                  <a:pt x="1026355" y="177799"/>
                </a:lnTo>
                <a:lnTo>
                  <a:pt x="1113908" y="126999"/>
                </a:lnTo>
                <a:lnTo>
                  <a:pt x="1159223" y="101599"/>
                </a:lnTo>
                <a:lnTo>
                  <a:pt x="1249157" y="63499"/>
                </a:lnTo>
                <a:lnTo>
                  <a:pt x="1278068" y="38099"/>
                </a:lnTo>
                <a:lnTo>
                  <a:pt x="1289558" y="38099"/>
                </a:lnTo>
                <a:lnTo>
                  <a:pt x="1291528" y="25399"/>
                </a:lnTo>
                <a:lnTo>
                  <a:pt x="1471435" y="25399"/>
                </a:lnTo>
                <a:lnTo>
                  <a:pt x="1476360" y="38099"/>
                </a:lnTo>
                <a:lnTo>
                  <a:pt x="1493544" y="50799"/>
                </a:lnTo>
                <a:lnTo>
                  <a:pt x="1510667" y="50799"/>
                </a:lnTo>
                <a:lnTo>
                  <a:pt x="1527790" y="63499"/>
                </a:lnTo>
                <a:lnTo>
                  <a:pt x="1544975" y="63499"/>
                </a:lnTo>
                <a:lnTo>
                  <a:pt x="1674058" y="126999"/>
                </a:lnTo>
                <a:lnTo>
                  <a:pt x="1264607" y="126999"/>
                </a:lnTo>
                <a:lnTo>
                  <a:pt x="1186144" y="165099"/>
                </a:lnTo>
                <a:lnTo>
                  <a:pt x="1141711" y="190499"/>
                </a:lnTo>
                <a:lnTo>
                  <a:pt x="1055676" y="241299"/>
                </a:lnTo>
                <a:lnTo>
                  <a:pt x="1010504" y="266699"/>
                </a:lnTo>
                <a:lnTo>
                  <a:pt x="964386" y="279399"/>
                </a:lnTo>
                <a:lnTo>
                  <a:pt x="919739" y="304799"/>
                </a:lnTo>
                <a:lnTo>
                  <a:pt x="876566" y="330199"/>
                </a:lnTo>
                <a:lnTo>
                  <a:pt x="834864" y="355599"/>
                </a:lnTo>
                <a:lnTo>
                  <a:pt x="791154" y="380999"/>
                </a:lnTo>
                <a:lnTo>
                  <a:pt x="746921" y="419099"/>
                </a:lnTo>
                <a:lnTo>
                  <a:pt x="702503" y="444499"/>
                </a:lnTo>
                <a:lnTo>
                  <a:pt x="658239" y="482599"/>
                </a:lnTo>
                <a:lnTo>
                  <a:pt x="574251" y="533399"/>
                </a:lnTo>
                <a:lnTo>
                  <a:pt x="531562" y="571499"/>
                </a:lnTo>
                <a:lnTo>
                  <a:pt x="488139" y="596899"/>
                </a:lnTo>
                <a:lnTo>
                  <a:pt x="443777" y="622299"/>
                </a:lnTo>
                <a:lnTo>
                  <a:pt x="398272" y="647699"/>
                </a:lnTo>
                <a:lnTo>
                  <a:pt x="351421" y="673099"/>
                </a:lnTo>
                <a:lnTo>
                  <a:pt x="303020" y="685799"/>
                </a:lnTo>
                <a:lnTo>
                  <a:pt x="266118" y="711199"/>
                </a:lnTo>
                <a:lnTo>
                  <a:pt x="230946" y="736599"/>
                </a:lnTo>
                <a:lnTo>
                  <a:pt x="197503" y="749299"/>
                </a:lnTo>
                <a:lnTo>
                  <a:pt x="165791" y="787399"/>
                </a:lnTo>
                <a:close/>
              </a:path>
              <a:path w="1941194" h="4102100">
                <a:moveTo>
                  <a:pt x="1500204" y="165099"/>
                </a:moveTo>
                <a:lnTo>
                  <a:pt x="1263023" y="165099"/>
                </a:lnTo>
                <a:lnTo>
                  <a:pt x="1262168" y="152399"/>
                </a:lnTo>
                <a:lnTo>
                  <a:pt x="1262147" y="139699"/>
                </a:lnTo>
                <a:lnTo>
                  <a:pt x="1262960" y="139699"/>
                </a:lnTo>
                <a:lnTo>
                  <a:pt x="1264607" y="126999"/>
                </a:lnTo>
                <a:lnTo>
                  <a:pt x="1505251" y="126999"/>
                </a:lnTo>
                <a:lnTo>
                  <a:pt x="1504585" y="139699"/>
                </a:lnTo>
                <a:lnTo>
                  <a:pt x="1502903" y="152399"/>
                </a:lnTo>
                <a:lnTo>
                  <a:pt x="1500204" y="165099"/>
                </a:lnTo>
                <a:close/>
              </a:path>
              <a:path w="1941194" h="4102100">
                <a:moveTo>
                  <a:pt x="1940931" y="330199"/>
                </a:moveTo>
                <a:lnTo>
                  <a:pt x="1936307" y="330199"/>
                </a:lnTo>
                <a:lnTo>
                  <a:pt x="1843515" y="279399"/>
                </a:lnTo>
                <a:lnTo>
                  <a:pt x="1796170" y="266699"/>
                </a:lnTo>
                <a:lnTo>
                  <a:pt x="1652246" y="190499"/>
                </a:lnTo>
                <a:lnTo>
                  <a:pt x="1604428" y="177799"/>
                </a:lnTo>
                <a:lnTo>
                  <a:pt x="1555809" y="152399"/>
                </a:lnTo>
                <a:lnTo>
                  <a:pt x="1542877" y="139699"/>
                </a:lnTo>
                <a:lnTo>
                  <a:pt x="1530406" y="139699"/>
                </a:lnTo>
                <a:lnTo>
                  <a:pt x="1517998" y="126999"/>
                </a:lnTo>
                <a:lnTo>
                  <a:pt x="1674058" y="126999"/>
                </a:lnTo>
                <a:lnTo>
                  <a:pt x="1904416" y="241299"/>
                </a:lnTo>
                <a:lnTo>
                  <a:pt x="1940931" y="253999"/>
                </a:lnTo>
                <a:lnTo>
                  <a:pt x="1940931" y="330199"/>
                </a:lnTo>
                <a:close/>
              </a:path>
              <a:path w="1941194" h="4102100">
                <a:moveTo>
                  <a:pt x="1472421" y="215899"/>
                </a:moveTo>
                <a:lnTo>
                  <a:pt x="1288791" y="215899"/>
                </a:lnTo>
                <a:lnTo>
                  <a:pt x="1281263" y="203199"/>
                </a:lnTo>
                <a:lnTo>
                  <a:pt x="1274456" y="190499"/>
                </a:lnTo>
                <a:lnTo>
                  <a:pt x="1270409" y="190499"/>
                </a:lnTo>
                <a:lnTo>
                  <a:pt x="1267154" y="177799"/>
                </a:lnTo>
                <a:lnTo>
                  <a:pt x="1264692" y="165099"/>
                </a:lnTo>
                <a:lnTo>
                  <a:pt x="1496489" y="165099"/>
                </a:lnTo>
                <a:lnTo>
                  <a:pt x="1491817" y="177799"/>
                </a:lnTo>
                <a:lnTo>
                  <a:pt x="1486249" y="190499"/>
                </a:lnTo>
                <a:lnTo>
                  <a:pt x="1479783" y="203199"/>
                </a:lnTo>
                <a:lnTo>
                  <a:pt x="1472421" y="215899"/>
                </a:lnTo>
                <a:close/>
              </a:path>
              <a:path w="1941194" h="4102100">
                <a:moveTo>
                  <a:pt x="1460085" y="228599"/>
                </a:moveTo>
                <a:lnTo>
                  <a:pt x="1306009" y="228599"/>
                </a:lnTo>
                <a:lnTo>
                  <a:pt x="1297040" y="215899"/>
                </a:lnTo>
                <a:lnTo>
                  <a:pt x="1466457" y="215899"/>
                </a:lnTo>
                <a:lnTo>
                  <a:pt x="1460085" y="228599"/>
                </a:lnTo>
                <a:close/>
              </a:path>
              <a:path w="1941194" h="4102100">
                <a:moveTo>
                  <a:pt x="1446113" y="241299"/>
                </a:moveTo>
                <a:lnTo>
                  <a:pt x="1325507" y="241299"/>
                </a:lnTo>
                <a:lnTo>
                  <a:pt x="1315549" y="228599"/>
                </a:lnTo>
                <a:lnTo>
                  <a:pt x="1453304" y="228599"/>
                </a:lnTo>
                <a:lnTo>
                  <a:pt x="1446113" y="241299"/>
                </a:lnTo>
                <a:close/>
              </a:path>
              <a:path w="1941194" h="4102100">
                <a:moveTo>
                  <a:pt x="1414535" y="253999"/>
                </a:moveTo>
                <a:lnTo>
                  <a:pt x="1354937" y="253999"/>
                </a:lnTo>
                <a:lnTo>
                  <a:pt x="1346682" y="241299"/>
                </a:lnTo>
                <a:lnTo>
                  <a:pt x="1422804" y="241299"/>
                </a:lnTo>
                <a:lnTo>
                  <a:pt x="1414535" y="253999"/>
                </a:lnTo>
                <a:close/>
              </a:path>
              <a:path w="1941194" h="4102100">
                <a:moveTo>
                  <a:pt x="841551" y="774699"/>
                </a:moveTo>
                <a:lnTo>
                  <a:pt x="505252" y="774699"/>
                </a:lnTo>
                <a:lnTo>
                  <a:pt x="543186" y="761999"/>
                </a:lnTo>
                <a:lnTo>
                  <a:pt x="795017" y="761999"/>
                </a:lnTo>
                <a:lnTo>
                  <a:pt x="841551" y="774699"/>
                </a:lnTo>
                <a:close/>
              </a:path>
              <a:path w="1941194" h="4102100">
                <a:moveTo>
                  <a:pt x="165791" y="787399"/>
                </a:moveTo>
                <a:lnTo>
                  <a:pt x="41037" y="787399"/>
                </a:lnTo>
                <a:lnTo>
                  <a:pt x="46649" y="774699"/>
                </a:lnTo>
                <a:lnTo>
                  <a:pt x="173670" y="774699"/>
                </a:lnTo>
                <a:lnTo>
                  <a:pt x="165791" y="787399"/>
                </a:lnTo>
                <a:close/>
              </a:path>
              <a:path w="1941194" h="4102100">
                <a:moveTo>
                  <a:pt x="1120157" y="787399"/>
                </a:moveTo>
                <a:lnTo>
                  <a:pt x="165791" y="787399"/>
                </a:lnTo>
                <a:lnTo>
                  <a:pt x="176361" y="774699"/>
                </a:lnTo>
                <a:lnTo>
                  <a:pt x="1087409" y="774699"/>
                </a:lnTo>
                <a:lnTo>
                  <a:pt x="1120157" y="787399"/>
                </a:lnTo>
                <a:close/>
              </a:path>
              <a:path w="1941194" h="4102100">
                <a:moveTo>
                  <a:pt x="1504630" y="787399"/>
                </a:moveTo>
                <a:lnTo>
                  <a:pt x="1240468" y="787399"/>
                </a:lnTo>
                <a:lnTo>
                  <a:pt x="1294461" y="774699"/>
                </a:lnTo>
                <a:lnTo>
                  <a:pt x="1456662" y="774699"/>
                </a:lnTo>
                <a:lnTo>
                  <a:pt x="1504630" y="787399"/>
                </a:lnTo>
                <a:close/>
              </a:path>
              <a:path w="1941194" h="4102100">
                <a:moveTo>
                  <a:pt x="329571" y="4102099"/>
                </a:moveTo>
                <a:lnTo>
                  <a:pt x="85357" y="4102099"/>
                </a:lnTo>
                <a:lnTo>
                  <a:pt x="80474" y="4076699"/>
                </a:lnTo>
                <a:lnTo>
                  <a:pt x="78109" y="4051299"/>
                </a:lnTo>
                <a:lnTo>
                  <a:pt x="75837" y="4038599"/>
                </a:lnTo>
                <a:lnTo>
                  <a:pt x="77806" y="4038599"/>
                </a:lnTo>
                <a:lnTo>
                  <a:pt x="77345" y="4025899"/>
                </a:lnTo>
                <a:lnTo>
                  <a:pt x="77191" y="4013199"/>
                </a:lnTo>
                <a:lnTo>
                  <a:pt x="77345" y="4000499"/>
                </a:lnTo>
                <a:lnTo>
                  <a:pt x="77806" y="4000499"/>
                </a:lnTo>
                <a:lnTo>
                  <a:pt x="78689" y="3936999"/>
                </a:lnTo>
                <a:lnTo>
                  <a:pt x="78474" y="3886199"/>
                </a:lnTo>
                <a:lnTo>
                  <a:pt x="77513" y="3848099"/>
                </a:lnTo>
                <a:lnTo>
                  <a:pt x="74753" y="3746499"/>
                </a:lnTo>
                <a:lnTo>
                  <a:pt x="73654" y="3682999"/>
                </a:lnTo>
                <a:lnTo>
                  <a:pt x="73210" y="3632199"/>
                </a:lnTo>
                <a:lnTo>
                  <a:pt x="72800" y="3581399"/>
                </a:lnTo>
                <a:lnTo>
                  <a:pt x="70930" y="3530599"/>
                </a:lnTo>
                <a:lnTo>
                  <a:pt x="67912" y="3479799"/>
                </a:lnTo>
                <a:lnTo>
                  <a:pt x="64056" y="3428999"/>
                </a:lnTo>
                <a:lnTo>
                  <a:pt x="59671" y="3378199"/>
                </a:lnTo>
                <a:lnTo>
                  <a:pt x="55069" y="3327399"/>
                </a:lnTo>
                <a:lnTo>
                  <a:pt x="50558" y="3276599"/>
                </a:lnTo>
                <a:lnTo>
                  <a:pt x="46861" y="3225799"/>
                </a:lnTo>
                <a:lnTo>
                  <a:pt x="44181" y="3187699"/>
                </a:lnTo>
                <a:lnTo>
                  <a:pt x="42047" y="3136899"/>
                </a:lnTo>
                <a:lnTo>
                  <a:pt x="39987" y="3086099"/>
                </a:lnTo>
                <a:lnTo>
                  <a:pt x="37531" y="3035299"/>
                </a:lnTo>
                <a:lnTo>
                  <a:pt x="34208" y="2984499"/>
                </a:lnTo>
                <a:lnTo>
                  <a:pt x="29546" y="2933699"/>
                </a:lnTo>
                <a:lnTo>
                  <a:pt x="24670" y="2895599"/>
                </a:lnTo>
                <a:lnTo>
                  <a:pt x="20805" y="2844799"/>
                </a:lnTo>
                <a:lnTo>
                  <a:pt x="17847" y="2793999"/>
                </a:lnTo>
                <a:lnTo>
                  <a:pt x="15693" y="2743199"/>
                </a:lnTo>
                <a:lnTo>
                  <a:pt x="14238" y="2692399"/>
                </a:lnTo>
                <a:lnTo>
                  <a:pt x="13377" y="2641599"/>
                </a:lnTo>
                <a:lnTo>
                  <a:pt x="13008" y="2590799"/>
                </a:lnTo>
                <a:lnTo>
                  <a:pt x="13026" y="2552699"/>
                </a:lnTo>
                <a:lnTo>
                  <a:pt x="13327" y="2501899"/>
                </a:lnTo>
                <a:lnTo>
                  <a:pt x="13806" y="2451099"/>
                </a:lnTo>
                <a:lnTo>
                  <a:pt x="14360" y="2400299"/>
                </a:lnTo>
                <a:lnTo>
                  <a:pt x="14885" y="2349499"/>
                </a:lnTo>
                <a:lnTo>
                  <a:pt x="15276" y="2298699"/>
                </a:lnTo>
                <a:lnTo>
                  <a:pt x="15430" y="2247899"/>
                </a:lnTo>
                <a:lnTo>
                  <a:pt x="15483" y="1600199"/>
                </a:lnTo>
                <a:lnTo>
                  <a:pt x="15191" y="1549399"/>
                </a:lnTo>
                <a:lnTo>
                  <a:pt x="14810" y="1498599"/>
                </a:lnTo>
                <a:lnTo>
                  <a:pt x="14332" y="1447799"/>
                </a:lnTo>
                <a:lnTo>
                  <a:pt x="13747" y="1396999"/>
                </a:lnTo>
                <a:lnTo>
                  <a:pt x="13046" y="1358899"/>
                </a:lnTo>
                <a:lnTo>
                  <a:pt x="12220" y="1308099"/>
                </a:lnTo>
                <a:lnTo>
                  <a:pt x="11260" y="1257299"/>
                </a:lnTo>
                <a:lnTo>
                  <a:pt x="10156" y="1206499"/>
                </a:lnTo>
                <a:lnTo>
                  <a:pt x="8899" y="1155699"/>
                </a:lnTo>
                <a:lnTo>
                  <a:pt x="7480" y="1104899"/>
                </a:lnTo>
                <a:lnTo>
                  <a:pt x="5890" y="1054099"/>
                </a:lnTo>
                <a:lnTo>
                  <a:pt x="4119" y="1003299"/>
                </a:lnTo>
                <a:lnTo>
                  <a:pt x="2159" y="952499"/>
                </a:lnTo>
                <a:lnTo>
                  <a:pt x="0" y="901699"/>
                </a:lnTo>
                <a:lnTo>
                  <a:pt x="0" y="838199"/>
                </a:lnTo>
                <a:lnTo>
                  <a:pt x="876" y="825499"/>
                </a:lnTo>
                <a:lnTo>
                  <a:pt x="6478" y="825499"/>
                </a:lnTo>
                <a:lnTo>
                  <a:pt x="9520" y="812799"/>
                </a:lnTo>
                <a:lnTo>
                  <a:pt x="11818" y="812799"/>
                </a:lnTo>
                <a:lnTo>
                  <a:pt x="17774" y="800099"/>
                </a:lnTo>
                <a:lnTo>
                  <a:pt x="24629" y="800099"/>
                </a:lnTo>
                <a:lnTo>
                  <a:pt x="32383" y="787399"/>
                </a:lnTo>
                <a:lnTo>
                  <a:pt x="1940931" y="787399"/>
                </a:lnTo>
                <a:lnTo>
                  <a:pt x="1940931" y="4076699"/>
                </a:lnTo>
                <a:lnTo>
                  <a:pt x="703181" y="4076699"/>
                </a:lnTo>
                <a:lnTo>
                  <a:pt x="668416" y="4089399"/>
                </a:lnTo>
                <a:lnTo>
                  <a:pt x="377215" y="4089399"/>
                </a:lnTo>
                <a:lnTo>
                  <a:pt x="329571" y="4102099"/>
                </a:lnTo>
                <a:close/>
              </a:path>
              <a:path w="1941194" h="4102100">
                <a:moveTo>
                  <a:pt x="1653584" y="4089399"/>
                </a:moveTo>
                <a:lnTo>
                  <a:pt x="846113" y="4089399"/>
                </a:lnTo>
                <a:lnTo>
                  <a:pt x="807615" y="4076699"/>
                </a:lnTo>
                <a:lnTo>
                  <a:pt x="1704349" y="4076699"/>
                </a:lnTo>
                <a:lnTo>
                  <a:pt x="1653584" y="4089399"/>
                </a:lnTo>
                <a:close/>
              </a:path>
              <a:path w="1941194" h="4102100">
                <a:moveTo>
                  <a:pt x="1552526" y="4102099"/>
                </a:moveTo>
                <a:lnTo>
                  <a:pt x="922617" y="4102099"/>
                </a:lnTo>
                <a:lnTo>
                  <a:pt x="884396" y="4089399"/>
                </a:lnTo>
                <a:lnTo>
                  <a:pt x="1602929" y="4089399"/>
                </a:lnTo>
                <a:lnTo>
                  <a:pt x="1552526" y="4102099"/>
                </a:lnTo>
                <a:close/>
              </a:path>
            </a:pathLst>
          </a:custGeom>
          <a:solidFill>
            <a:srgbClr val="866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380136" y="3674164"/>
            <a:ext cx="1908175" cy="3288665"/>
          </a:xfrm>
          <a:custGeom>
            <a:avLst/>
            <a:gdLst/>
            <a:ahLst/>
            <a:cxnLst/>
            <a:rect l="l" t="t" r="r" b="b"/>
            <a:pathLst>
              <a:path w="1908175" h="3288665">
                <a:moveTo>
                  <a:pt x="1907863" y="3288659"/>
                </a:moveTo>
                <a:lnTo>
                  <a:pt x="83478" y="3273439"/>
                </a:lnTo>
                <a:lnTo>
                  <a:pt x="55265" y="2873160"/>
                </a:lnTo>
                <a:lnTo>
                  <a:pt x="34852" y="2514280"/>
                </a:lnTo>
                <a:lnTo>
                  <a:pt x="18823" y="2147482"/>
                </a:lnTo>
                <a:lnTo>
                  <a:pt x="7596" y="1775122"/>
                </a:lnTo>
                <a:lnTo>
                  <a:pt x="1406" y="1409984"/>
                </a:lnTo>
                <a:lnTo>
                  <a:pt x="0" y="1051909"/>
                </a:lnTo>
                <a:lnTo>
                  <a:pt x="4026" y="651617"/>
                </a:lnTo>
                <a:lnTo>
                  <a:pt x="13814" y="261185"/>
                </a:lnTo>
                <a:lnTo>
                  <a:pt x="22742" y="22321"/>
                </a:lnTo>
                <a:lnTo>
                  <a:pt x="228139" y="11674"/>
                </a:lnTo>
                <a:lnTo>
                  <a:pt x="382971" y="5901"/>
                </a:lnTo>
                <a:lnTo>
                  <a:pt x="558528" y="1606"/>
                </a:lnTo>
                <a:lnTo>
                  <a:pt x="686230" y="0"/>
                </a:lnTo>
                <a:lnTo>
                  <a:pt x="867122" y="116"/>
                </a:lnTo>
                <a:lnTo>
                  <a:pt x="1030313" y="2742"/>
                </a:lnTo>
                <a:lnTo>
                  <a:pt x="1718631" y="27181"/>
                </a:lnTo>
                <a:lnTo>
                  <a:pt x="1907863" y="30523"/>
                </a:lnTo>
                <a:lnTo>
                  <a:pt x="1907863" y="3288659"/>
                </a:lnTo>
                <a:close/>
              </a:path>
            </a:pathLst>
          </a:custGeom>
          <a:solidFill>
            <a:srgbClr val="E2D6D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47070" y="2876490"/>
            <a:ext cx="5172538" cy="41020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0" y="7616197"/>
            <a:ext cx="18288000" cy="2670810"/>
          </a:xfrm>
          <a:custGeom>
            <a:avLst/>
            <a:gdLst/>
            <a:ahLst/>
            <a:cxnLst/>
            <a:rect l="l" t="t" r="r" b="b"/>
            <a:pathLst>
              <a:path w="18288000" h="2670809">
                <a:moveTo>
                  <a:pt x="1290594" y="63120"/>
                </a:moveTo>
                <a:lnTo>
                  <a:pt x="410976" y="63120"/>
                </a:lnTo>
                <a:lnTo>
                  <a:pt x="410392" y="0"/>
                </a:lnTo>
                <a:lnTo>
                  <a:pt x="1240271" y="0"/>
                </a:lnTo>
                <a:lnTo>
                  <a:pt x="1290594" y="63120"/>
                </a:lnTo>
                <a:close/>
              </a:path>
              <a:path w="18288000" h="2670809">
                <a:moveTo>
                  <a:pt x="2880933" y="63120"/>
                </a:moveTo>
                <a:lnTo>
                  <a:pt x="1529708" y="63120"/>
                </a:lnTo>
                <a:lnTo>
                  <a:pt x="1576189" y="0"/>
                </a:lnTo>
                <a:lnTo>
                  <a:pt x="2783882" y="0"/>
                </a:lnTo>
                <a:lnTo>
                  <a:pt x="2880933" y="63120"/>
                </a:lnTo>
                <a:close/>
              </a:path>
              <a:path w="18288000" h="2670809">
                <a:moveTo>
                  <a:pt x="4893493" y="63120"/>
                </a:moveTo>
                <a:lnTo>
                  <a:pt x="3734886" y="63120"/>
                </a:lnTo>
                <a:lnTo>
                  <a:pt x="3786282" y="0"/>
                </a:lnTo>
                <a:lnTo>
                  <a:pt x="4844577" y="0"/>
                </a:lnTo>
                <a:lnTo>
                  <a:pt x="4893493" y="63120"/>
                </a:lnTo>
                <a:close/>
              </a:path>
              <a:path w="18288000" h="2670809">
                <a:moveTo>
                  <a:pt x="7115424" y="63120"/>
                </a:moveTo>
                <a:lnTo>
                  <a:pt x="5999730" y="63120"/>
                </a:lnTo>
                <a:lnTo>
                  <a:pt x="6049483" y="0"/>
                </a:lnTo>
                <a:lnTo>
                  <a:pt x="6967741" y="0"/>
                </a:lnTo>
                <a:lnTo>
                  <a:pt x="7115424" y="63120"/>
                </a:lnTo>
                <a:close/>
              </a:path>
              <a:path w="18288000" h="2670809">
                <a:moveTo>
                  <a:pt x="12168483" y="63120"/>
                </a:moveTo>
                <a:lnTo>
                  <a:pt x="11711021" y="63120"/>
                </a:lnTo>
                <a:lnTo>
                  <a:pt x="11761047" y="0"/>
                </a:lnTo>
                <a:lnTo>
                  <a:pt x="12117301" y="0"/>
                </a:lnTo>
                <a:lnTo>
                  <a:pt x="12168483" y="63120"/>
                </a:lnTo>
                <a:close/>
              </a:path>
              <a:path w="18288000" h="2670809">
                <a:moveTo>
                  <a:pt x="13986115" y="63120"/>
                </a:moveTo>
                <a:lnTo>
                  <a:pt x="13377409" y="63120"/>
                </a:lnTo>
                <a:lnTo>
                  <a:pt x="13428708" y="0"/>
                </a:lnTo>
                <a:lnTo>
                  <a:pt x="13937596" y="0"/>
                </a:lnTo>
                <a:lnTo>
                  <a:pt x="13986115" y="63120"/>
                </a:lnTo>
                <a:close/>
              </a:path>
              <a:path w="18288000" h="2670809">
                <a:moveTo>
                  <a:pt x="18287998" y="2670801"/>
                </a:moveTo>
                <a:lnTo>
                  <a:pt x="0" y="2670801"/>
                </a:lnTo>
                <a:lnTo>
                  <a:pt x="0" y="63120"/>
                </a:lnTo>
                <a:lnTo>
                  <a:pt x="214072" y="63120"/>
                </a:lnTo>
                <a:lnTo>
                  <a:pt x="215863" y="126241"/>
                </a:lnTo>
                <a:lnTo>
                  <a:pt x="18287998" y="126241"/>
                </a:lnTo>
                <a:lnTo>
                  <a:pt x="18287998" y="2670801"/>
                </a:lnTo>
                <a:close/>
              </a:path>
              <a:path w="18288000" h="2670809">
                <a:moveTo>
                  <a:pt x="5345734" y="126241"/>
                </a:moveTo>
                <a:lnTo>
                  <a:pt x="438616" y="126241"/>
                </a:lnTo>
                <a:lnTo>
                  <a:pt x="431875" y="63120"/>
                </a:lnTo>
                <a:lnTo>
                  <a:pt x="5294756" y="63120"/>
                </a:lnTo>
                <a:lnTo>
                  <a:pt x="5345734" y="126241"/>
                </a:lnTo>
                <a:close/>
              </a:path>
              <a:path w="18288000" h="2670809">
                <a:moveTo>
                  <a:pt x="8540220" y="126241"/>
                </a:moveTo>
                <a:lnTo>
                  <a:pt x="5651293" y="126241"/>
                </a:lnTo>
                <a:lnTo>
                  <a:pt x="5701410" y="63120"/>
                </a:lnTo>
                <a:lnTo>
                  <a:pt x="8495056" y="63120"/>
                </a:lnTo>
                <a:lnTo>
                  <a:pt x="8540220" y="126241"/>
                </a:lnTo>
                <a:close/>
              </a:path>
              <a:path w="18288000" h="2670809">
                <a:moveTo>
                  <a:pt x="8906503" y="126241"/>
                </a:moveTo>
                <a:lnTo>
                  <a:pt x="8721254" y="126241"/>
                </a:lnTo>
                <a:lnTo>
                  <a:pt x="8766372" y="63120"/>
                </a:lnTo>
                <a:lnTo>
                  <a:pt x="8859022" y="63120"/>
                </a:lnTo>
                <a:lnTo>
                  <a:pt x="8906503" y="126241"/>
                </a:lnTo>
                <a:close/>
              </a:path>
              <a:path w="18288000" h="2670809">
                <a:moveTo>
                  <a:pt x="12679149" y="126241"/>
                </a:moveTo>
                <a:lnTo>
                  <a:pt x="9368803" y="126241"/>
                </a:lnTo>
                <a:lnTo>
                  <a:pt x="9421365" y="63120"/>
                </a:lnTo>
                <a:lnTo>
                  <a:pt x="12627862" y="63120"/>
                </a:lnTo>
                <a:lnTo>
                  <a:pt x="12679149" y="126241"/>
                </a:lnTo>
                <a:close/>
              </a:path>
              <a:path w="18288000" h="2670809">
                <a:moveTo>
                  <a:pt x="14753941" y="126241"/>
                </a:moveTo>
                <a:lnTo>
                  <a:pt x="12885765" y="126241"/>
                </a:lnTo>
                <a:lnTo>
                  <a:pt x="12935226" y="63120"/>
                </a:lnTo>
                <a:lnTo>
                  <a:pt x="14708971" y="63120"/>
                </a:lnTo>
                <a:lnTo>
                  <a:pt x="14753941" y="126241"/>
                </a:lnTo>
                <a:close/>
              </a:path>
              <a:path w="18288000" h="2670809">
                <a:moveTo>
                  <a:pt x="18287998" y="126241"/>
                </a:moveTo>
                <a:lnTo>
                  <a:pt x="15465484" y="126241"/>
                </a:lnTo>
                <a:lnTo>
                  <a:pt x="15517279" y="63120"/>
                </a:lnTo>
                <a:lnTo>
                  <a:pt x="18287998" y="63120"/>
                </a:lnTo>
                <a:lnTo>
                  <a:pt x="18287998" y="126241"/>
                </a:lnTo>
                <a:close/>
              </a:path>
            </a:pathLst>
          </a:custGeom>
          <a:solidFill>
            <a:srgbClr val="866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7801457"/>
            <a:ext cx="18288000" cy="2486025"/>
          </a:xfrm>
          <a:custGeom>
            <a:avLst/>
            <a:gdLst/>
            <a:ahLst/>
            <a:cxnLst/>
            <a:rect l="l" t="t" r="r" b="b"/>
            <a:pathLst>
              <a:path w="18288000" h="2486025">
                <a:moveTo>
                  <a:pt x="18287998" y="2485542"/>
                </a:moveTo>
                <a:lnTo>
                  <a:pt x="0" y="2485542"/>
                </a:lnTo>
                <a:lnTo>
                  <a:pt x="0" y="10769"/>
                </a:lnTo>
                <a:lnTo>
                  <a:pt x="63419" y="3792"/>
                </a:lnTo>
                <a:lnTo>
                  <a:pt x="130172" y="296"/>
                </a:lnTo>
                <a:lnTo>
                  <a:pt x="163624" y="0"/>
                </a:lnTo>
                <a:lnTo>
                  <a:pt x="18287998" y="0"/>
                </a:lnTo>
                <a:lnTo>
                  <a:pt x="18287998" y="2485542"/>
                </a:lnTo>
                <a:close/>
              </a:path>
            </a:pathLst>
          </a:custGeom>
          <a:solidFill>
            <a:srgbClr val="E9E4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7616197"/>
            <a:ext cx="18288000" cy="252729"/>
          </a:xfrm>
          <a:custGeom>
            <a:avLst/>
            <a:gdLst/>
            <a:ahLst/>
            <a:cxnLst/>
            <a:rect l="l" t="t" r="r" b="b"/>
            <a:pathLst>
              <a:path w="18288000" h="252729">
                <a:moveTo>
                  <a:pt x="1290594" y="63120"/>
                </a:moveTo>
                <a:lnTo>
                  <a:pt x="410392" y="63120"/>
                </a:lnTo>
                <a:lnTo>
                  <a:pt x="410392" y="0"/>
                </a:lnTo>
                <a:lnTo>
                  <a:pt x="1240271" y="0"/>
                </a:lnTo>
                <a:lnTo>
                  <a:pt x="1290594" y="63120"/>
                </a:lnTo>
                <a:close/>
              </a:path>
              <a:path w="18288000" h="252729">
                <a:moveTo>
                  <a:pt x="2880933" y="63120"/>
                </a:moveTo>
                <a:lnTo>
                  <a:pt x="1529708" y="63120"/>
                </a:lnTo>
                <a:lnTo>
                  <a:pt x="1576189" y="0"/>
                </a:lnTo>
                <a:lnTo>
                  <a:pt x="2783882" y="0"/>
                </a:lnTo>
                <a:lnTo>
                  <a:pt x="2880933" y="63120"/>
                </a:lnTo>
                <a:close/>
              </a:path>
              <a:path w="18288000" h="252729">
                <a:moveTo>
                  <a:pt x="4893493" y="63120"/>
                </a:moveTo>
                <a:lnTo>
                  <a:pt x="3734886" y="63120"/>
                </a:lnTo>
                <a:lnTo>
                  <a:pt x="3786282" y="0"/>
                </a:lnTo>
                <a:lnTo>
                  <a:pt x="4844577" y="0"/>
                </a:lnTo>
                <a:lnTo>
                  <a:pt x="4893493" y="63120"/>
                </a:lnTo>
                <a:close/>
              </a:path>
              <a:path w="18288000" h="252729">
                <a:moveTo>
                  <a:pt x="7115560" y="63120"/>
                </a:moveTo>
                <a:lnTo>
                  <a:pt x="5999730" y="63120"/>
                </a:lnTo>
                <a:lnTo>
                  <a:pt x="6049483" y="0"/>
                </a:lnTo>
                <a:lnTo>
                  <a:pt x="6967758" y="0"/>
                </a:lnTo>
                <a:lnTo>
                  <a:pt x="7115560" y="63120"/>
                </a:lnTo>
                <a:close/>
              </a:path>
              <a:path w="18288000" h="252729">
                <a:moveTo>
                  <a:pt x="12117931" y="63120"/>
                </a:moveTo>
                <a:lnTo>
                  <a:pt x="11711651" y="63120"/>
                </a:lnTo>
                <a:lnTo>
                  <a:pt x="11761677" y="0"/>
                </a:lnTo>
                <a:lnTo>
                  <a:pt x="12066644" y="0"/>
                </a:lnTo>
                <a:lnTo>
                  <a:pt x="12117931" y="63120"/>
                </a:lnTo>
                <a:close/>
              </a:path>
              <a:path w="18288000" h="252729">
                <a:moveTo>
                  <a:pt x="13938226" y="63120"/>
                </a:moveTo>
                <a:lnTo>
                  <a:pt x="13378039" y="63120"/>
                </a:lnTo>
                <a:lnTo>
                  <a:pt x="13429338" y="0"/>
                </a:lnTo>
                <a:lnTo>
                  <a:pt x="13889738" y="0"/>
                </a:lnTo>
                <a:lnTo>
                  <a:pt x="13938226" y="63120"/>
                </a:lnTo>
                <a:close/>
              </a:path>
              <a:path w="18288000" h="252729">
                <a:moveTo>
                  <a:pt x="5345734" y="126241"/>
                </a:moveTo>
                <a:lnTo>
                  <a:pt x="443098" y="126241"/>
                </a:lnTo>
                <a:lnTo>
                  <a:pt x="439537" y="63120"/>
                </a:lnTo>
                <a:lnTo>
                  <a:pt x="5294756" y="63120"/>
                </a:lnTo>
                <a:lnTo>
                  <a:pt x="5345734" y="126241"/>
                </a:lnTo>
                <a:close/>
              </a:path>
              <a:path w="18288000" h="252729">
                <a:moveTo>
                  <a:pt x="8540850" y="126241"/>
                </a:moveTo>
                <a:lnTo>
                  <a:pt x="5651293" y="126241"/>
                </a:lnTo>
                <a:lnTo>
                  <a:pt x="5701410" y="63120"/>
                </a:lnTo>
                <a:lnTo>
                  <a:pt x="8495685" y="63120"/>
                </a:lnTo>
                <a:lnTo>
                  <a:pt x="8540850" y="126241"/>
                </a:lnTo>
                <a:close/>
              </a:path>
              <a:path w="18288000" h="252729">
                <a:moveTo>
                  <a:pt x="8907133" y="126241"/>
                </a:moveTo>
                <a:lnTo>
                  <a:pt x="8721884" y="126241"/>
                </a:lnTo>
                <a:lnTo>
                  <a:pt x="8767002" y="63120"/>
                </a:lnTo>
                <a:lnTo>
                  <a:pt x="8859652" y="63120"/>
                </a:lnTo>
                <a:lnTo>
                  <a:pt x="8907133" y="126241"/>
                </a:lnTo>
                <a:close/>
              </a:path>
              <a:path w="18288000" h="252729">
                <a:moveTo>
                  <a:pt x="12679779" y="126241"/>
                </a:moveTo>
                <a:lnTo>
                  <a:pt x="9369433" y="126241"/>
                </a:lnTo>
                <a:lnTo>
                  <a:pt x="9421994" y="63120"/>
                </a:lnTo>
                <a:lnTo>
                  <a:pt x="12628492" y="63120"/>
                </a:lnTo>
                <a:lnTo>
                  <a:pt x="12679779" y="126241"/>
                </a:lnTo>
                <a:close/>
              </a:path>
              <a:path w="18288000" h="252729">
                <a:moveTo>
                  <a:pt x="14754571" y="126241"/>
                </a:moveTo>
                <a:lnTo>
                  <a:pt x="12935856" y="126241"/>
                </a:lnTo>
                <a:lnTo>
                  <a:pt x="12985252" y="63120"/>
                </a:lnTo>
                <a:lnTo>
                  <a:pt x="14709601" y="63120"/>
                </a:lnTo>
                <a:lnTo>
                  <a:pt x="14754571" y="126241"/>
                </a:lnTo>
                <a:close/>
              </a:path>
              <a:path w="18288000" h="252729">
                <a:moveTo>
                  <a:pt x="18287998" y="189362"/>
                </a:moveTo>
                <a:lnTo>
                  <a:pt x="13979387" y="189362"/>
                </a:lnTo>
                <a:lnTo>
                  <a:pt x="13882310" y="126241"/>
                </a:lnTo>
                <a:lnTo>
                  <a:pt x="15517909" y="126241"/>
                </a:lnTo>
                <a:lnTo>
                  <a:pt x="15569715" y="63120"/>
                </a:lnTo>
                <a:lnTo>
                  <a:pt x="18287998" y="63120"/>
                </a:lnTo>
                <a:lnTo>
                  <a:pt x="18287998" y="189362"/>
                </a:lnTo>
                <a:close/>
              </a:path>
              <a:path w="18288000" h="252729">
                <a:moveTo>
                  <a:pt x="1503391" y="189362"/>
                </a:moveTo>
                <a:lnTo>
                  <a:pt x="1294952" y="189362"/>
                </a:lnTo>
                <a:lnTo>
                  <a:pt x="1243473" y="126241"/>
                </a:lnTo>
                <a:lnTo>
                  <a:pt x="1554877" y="126241"/>
                </a:lnTo>
                <a:lnTo>
                  <a:pt x="1503391" y="189362"/>
                </a:lnTo>
                <a:close/>
              </a:path>
              <a:path w="18288000" h="252729">
                <a:moveTo>
                  <a:pt x="3731359" y="189362"/>
                </a:moveTo>
                <a:lnTo>
                  <a:pt x="2818506" y="189362"/>
                </a:lnTo>
                <a:lnTo>
                  <a:pt x="2767412" y="126241"/>
                </a:lnTo>
                <a:lnTo>
                  <a:pt x="3782388" y="126241"/>
                </a:lnTo>
                <a:lnTo>
                  <a:pt x="3731359" y="189362"/>
                </a:lnTo>
                <a:close/>
              </a:path>
              <a:path w="18288000" h="252729">
                <a:moveTo>
                  <a:pt x="5967740" y="189362"/>
                </a:moveTo>
                <a:lnTo>
                  <a:pt x="4921516" y="189362"/>
                </a:lnTo>
                <a:lnTo>
                  <a:pt x="4876207" y="126241"/>
                </a:lnTo>
                <a:lnTo>
                  <a:pt x="6018234" y="126241"/>
                </a:lnTo>
                <a:lnTo>
                  <a:pt x="5967740" y="189362"/>
                </a:lnTo>
                <a:close/>
              </a:path>
              <a:path w="18288000" h="252729">
                <a:moveTo>
                  <a:pt x="11719079" y="189362"/>
                </a:moveTo>
                <a:lnTo>
                  <a:pt x="6981474" y="189362"/>
                </a:lnTo>
                <a:lnTo>
                  <a:pt x="6884281" y="126241"/>
                </a:lnTo>
                <a:lnTo>
                  <a:pt x="11767927" y="126241"/>
                </a:lnTo>
                <a:lnTo>
                  <a:pt x="11719079" y="189362"/>
                </a:lnTo>
                <a:close/>
              </a:path>
              <a:path w="18288000" h="252729">
                <a:moveTo>
                  <a:pt x="13425091" y="189362"/>
                </a:moveTo>
                <a:lnTo>
                  <a:pt x="12133015" y="189362"/>
                </a:lnTo>
                <a:lnTo>
                  <a:pt x="12080481" y="126241"/>
                </a:lnTo>
                <a:lnTo>
                  <a:pt x="13476280" y="126241"/>
                </a:lnTo>
                <a:lnTo>
                  <a:pt x="13425091" y="189362"/>
                </a:lnTo>
                <a:close/>
              </a:path>
              <a:path w="18288000" h="252729">
                <a:moveTo>
                  <a:pt x="5671184" y="252483"/>
                </a:moveTo>
                <a:lnTo>
                  <a:pt x="5366301" y="252483"/>
                </a:lnTo>
                <a:lnTo>
                  <a:pt x="5311680" y="189362"/>
                </a:lnTo>
                <a:lnTo>
                  <a:pt x="5718050" y="189362"/>
                </a:lnTo>
                <a:lnTo>
                  <a:pt x="5671184" y="252483"/>
                </a:lnTo>
                <a:close/>
              </a:path>
              <a:path w="18288000" h="252729">
                <a:moveTo>
                  <a:pt x="8724331" y="252483"/>
                </a:moveTo>
                <a:lnTo>
                  <a:pt x="8520301" y="252483"/>
                </a:lnTo>
                <a:lnTo>
                  <a:pt x="8470181" y="189362"/>
                </a:lnTo>
                <a:lnTo>
                  <a:pt x="8777055" y="189362"/>
                </a:lnTo>
                <a:lnTo>
                  <a:pt x="8724331" y="252483"/>
                </a:lnTo>
                <a:close/>
              </a:path>
              <a:path w="18288000" h="252729">
                <a:moveTo>
                  <a:pt x="9317722" y="252483"/>
                </a:moveTo>
                <a:lnTo>
                  <a:pt x="8882994" y="252483"/>
                </a:lnTo>
                <a:lnTo>
                  <a:pt x="8829943" y="189362"/>
                </a:lnTo>
                <a:lnTo>
                  <a:pt x="9367265" y="189362"/>
                </a:lnTo>
                <a:lnTo>
                  <a:pt x="9317722" y="252483"/>
                </a:lnTo>
                <a:close/>
              </a:path>
              <a:path w="18288000" h="252729">
                <a:moveTo>
                  <a:pt x="12807479" y="252483"/>
                </a:moveTo>
                <a:lnTo>
                  <a:pt x="12755558" y="252483"/>
                </a:lnTo>
                <a:lnTo>
                  <a:pt x="12703697" y="189362"/>
                </a:lnTo>
                <a:lnTo>
                  <a:pt x="12859394" y="189362"/>
                </a:lnTo>
                <a:lnTo>
                  <a:pt x="12807479" y="252483"/>
                </a:lnTo>
                <a:close/>
              </a:path>
              <a:path w="18288000" h="252729">
                <a:moveTo>
                  <a:pt x="15536710" y="252483"/>
                </a:moveTo>
                <a:lnTo>
                  <a:pt x="14729905" y="252483"/>
                </a:lnTo>
                <a:lnTo>
                  <a:pt x="14677841" y="189362"/>
                </a:lnTo>
                <a:lnTo>
                  <a:pt x="15637599" y="189362"/>
                </a:lnTo>
                <a:lnTo>
                  <a:pt x="15536710" y="252483"/>
                </a:lnTo>
                <a:close/>
              </a:path>
              <a:path w="18288000" h="252729">
                <a:moveTo>
                  <a:pt x="206132" y="189362"/>
                </a:moveTo>
                <a:lnTo>
                  <a:pt x="0" y="189362"/>
                </a:lnTo>
                <a:lnTo>
                  <a:pt x="0" y="63120"/>
                </a:lnTo>
                <a:lnTo>
                  <a:pt x="215297" y="63120"/>
                </a:lnTo>
                <a:lnTo>
                  <a:pt x="218469" y="126241"/>
                </a:lnTo>
                <a:lnTo>
                  <a:pt x="208748" y="126241"/>
                </a:lnTo>
                <a:lnTo>
                  <a:pt x="206132" y="189362"/>
                </a:lnTo>
                <a:close/>
              </a:path>
            </a:pathLst>
          </a:custGeom>
          <a:solidFill>
            <a:srgbClr val="866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6089" y="795555"/>
            <a:ext cx="12314392" cy="94914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396240"/>
          </a:xfrm>
          <a:custGeom>
            <a:avLst/>
            <a:gdLst/>
            <a:ahLst/>
            <a:cxnLst/>
            <a:rect l="l" t="t" r="r" b="b"/>
            <a:pathLst>
              <a:path w="18288000" h="396240">
                <a:moveTo>
                  <a:pt x="0" y="395792"/>
                </a:moveTo>
                <a:lnTo>
                  <a:pt x="18287998" y="395792"/>
                </a:lnTo>
                <a:lnTo>
                  <a:pt x="18287998" y="0"/>
                </a:lnTo>
                <a:lnTo>
                  <a:pt x="0" y="0"/>
                </a:lnTo>
                <a:lnTo>
                  <a:pt x="0" y="395792"/>
                </a:lnTo>
                <a:close/>
              </a:path>
            </a:pathLst>
          </a:custGeom>
          <a:solidFill>
            <a:srgbClr val="FEFA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06220" y="11"/>
            <a:ext cx="16075660" cy="396240"/>
          </a:xfrm>
          <a:custGeom>
            <a:avLst/>
            <a:gdLst/>
            <a:ahLst/>
            <a:cxnLst/>
            <a:rect l="l" t="t" r="r" b="b"/>
            <a:pathLst>
              <a:path w="16075660" h="396240">
                <a:moveTo>
                  <a:pt x="34290" y="0"/>
                </a:moveTo>
                <a:lnTo>
                  <a:pt x="0" y="0"/>
                </a:lnTo>
                <a:lnTo>
                  <a:pt x="0" y="395782"/>
                </a:lnTo>
                <a:lnTo>
                  <a:pt x="34290" y="395782"/>
                </a:lnTo>
                <a:lnTo>
                  <a:pt x="34290" y="0"/>
                </a:lnTo>
                <a:close/>
              </a:path>
              <a:path w="16075660" h="396240">
                <a:moveTo>
                  <a:pt x="1505331" y="0"/>
                </a:moveTo>
                <a:lnTo>
                  <a:pt x="1471041" y="0"/>
                </a:lnTo>
                <a:lnTo>
                  <a:pt x="1471041" y="395782"/>
                </a:lnTo>
                <a:lnTo>
                  <a:pt x="1505331" y="395782"/>
                </a:lnTo>
                <a:lnTo>
                  <a:pt x="1505331" y="0"/>
                </a:lnTo>
                <a:close/>
              </a:path>
              <a:path w="16075660" h="396240">
                <a:moveTo>
                  <a:pt x="2972943" y="0"/>
                </a:moveTo>
                <a:lnTo>
                  <a:pt x="2938653" y="0"/>
                </a:lnTo>
                <a:lnTo>
                  <a:pt x="2938653" y="395782"/>
                </a:lnTo>
                <a:lnTo>
                  <a:pt x="2972943" y="395782"/>
                </a:lnTo>
                <a:lnTo>
                  <a:pt x="2972943" y="0"/>
                </a:lnTo>
                <a:close/>
              </a:path>
              <a:path w="16075660" h="396240">
                <a:moveTo>
                  <a:pt x="4443984" y="0"/>
                </a:moveTo>
                <a:lnTo>
                  <a:pt x="4409694" y="0"/>
                </a:lnTo>
                <a:lnTo>
                  <a:pt x="4409694" y="395782"/>
                </a:lnTo>
                <a:lnTo>
                  <a:pt x="4443984" y="395782"/>
                </a:lnTo>
                <a:lnTo>
                  <a:pt x="4443984" y="0"/>
                </a:lnTo>
                <a:close/>
              </a:path>
              <a:path w="16075660" h="396240">
                <a:moveTo>
                  <a:pt x="5911596" y="0"/>
                </a:moveTo>
                <a:lnTo>
                  <a:pt x="5877306" y="0"/>
                </a:lnTo>
                <a:lnTo>
                  <a:pt x="5877306" y="395782"/>
                </a:lnTo>
                <a:lnTo>
                  <a:pt x="5911596" y="395782"/>
                </a:lnTo>
                <a:lnTo>
                  <a:pt x="5911596" y="0"/>
                </a:lnTo>
                <a:close/>
              </a:path>
              <a:path w="16075660" h="396240">
                <a:moveTo>
                  <a:pt x="7382637" y="0"/>
                </a:moveTo>
                <a:lnTo>
                  <a:pt x="7348347" y="0"/>
                </a:lnTo>
                <a:lnTo>
                  <a:pt x="7348347" y="395782"/>
                </a:lnTo>
                <a:lnTo>
                  <a:pt x="7382637" y="395782"/>
                </a:lnTo>
                <a:lnTo>
                  <a:pt x="7382637" y="0"/>
                </a:lnTo>
                <a:close/>
              </a:path>
              <a:path w="16075660" h="396240">
                <a:moveTo>
                  <a:pt x="8727199" y="0"/>
                </a:moveTo>
                <a:lnTo>
                  <a:pt x="8692909" y="0"/>
                </a:lnTo>
                <a:lnTo>
                  <a:pt x="8692909" y="395782"/>
                </a:lnTo>
                <a:lnTo>
                  <a:pt x="8727199" y="395782"/>
                </a:lnTo>
                <a:lnTo>
                  <a:pt x="8727199" y="0"/>
                </a:lnTo>
                <a:close/>
              </a:path>
              <a:path w="16075660" h="396240">
                <a:moveTo>
                  <a:pt x="10198240" y="0"/>
                </a:moveTo>
                <a:lnTo>
                  <a:pt x="10163950" y="0"/>
                </a:lnTo>
                <a:lnTo>
                  <a:pt x="10163950" y="395782"/>
                </a:lnTo>
                <a:lnTo>
                  <a:pt x="10198240" y="395782"/>
                </a:lnTo>
                <a:lnTo>
                  <a:pt x="10198240" y="0"/>
                </a:lnTo>
                <a:close/>
              </a:path>
              <a:path w="16075660" h="396240">
                <a:moveTo>
                  <a:pt x="11669281" y="0"/>
                </a:moveTo>
                <a:lnTo>
                  <a:pt x="11634991" y="0"/>
                </a:lnTo>
                <a:lnTo>
                  <a:pt x="11634991" y="395782"/>
                </a:lnTo>
                <a:lnTo>
                  <a:pt x="11669281" y="395782"/>
                </a:lnTo>
                <a:lnTo>
                  <a:pt x="11669281" y="0"/>
                </a:lnTo>
                <a:close/>
              </a:path>
              <a:path w="16075660" h="396240">
                <a:moveTo>
                  <a:pt x="13136893" y="0"/>
                </a:moveTo>
                <a:lnTo>
                  <a:pt x="13102603" y="0"/>
                </a:lnTo>
                <a:lnTo>
                  <a:pt x="13102603" y="395782"/>
                </a:lnTo>
                <a:lnTo>
                  <a:pt x="13136893" y="395782"/>
                </a:lnTo>
                <a:lnTo>
                  <a:pt x="13136893" y="0"/>
                </a:lnTo>
                <a:close/>
              </a:path>
              <a:path w="16075660" h="396240">
                <a:moveTo>
                  <a:pt x="14607934" y="0"/>
                </a:moveTo>
                <a:lnTo>
                  <a:pt x="14573644" y="0"/>
                </a:lnTo>
                <a:lnTo>
                  <a:pt x="14573644" y="395782"/>
                </a:lnTo>
                <a:lnTo>
                  <a:pt x="14607934" y="395782"/>
                </a:lnTo>
                <a:lnTo>
                  <a:pt x="14607934" y="0"/>
                </a:lnTo>
                <a:close/>
              </a:path>
              <a:path w="16075660" h="396240">
                <a:moveTo>
                  <a:pt x="16075546" y="0"/>
                </a:moveTo>
                <a:lnTo>
                  <a:pt x="16041256" y="0"/>
                </a:lnTo>
                <a:lnTo>
                  <a:pt x="16041256" y="395782"/>
                </a:lnTo>
                <a:lnTo>
                  <a:pt x="16075546" y="395782"/>
                </a:lnTo>
                <a:lnTo>
                  <a:pt x="16075546" y="0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95792"/>
            <a:ext cx="18287998" cy="98912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5362" y="1370600"/>
            <a:ext cx="9839960" cy="1247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0718" y="2234494"/>
            <a:ext cx="11606563" cy="4754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86615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cionfisicarafaluque.blogspot.com/2015/04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688935" cy="10287000"/>
            <a:chOff x="0" y="0"/>
            <a:chExt cx="2068893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97139" cy="3588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969951"/>
              <a:ext cx="18246456" cy="53170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780586" y="0"/>
              <a:ext cx="1507490" cy="4102100"/>
            </a:xfrm>
            <a:custGeom>
              <a:avLst/>
              <a:gdLst/>
              <a:ahLst/>
              <a:cxnLst/>
              <a:rect l="l" t="t" r="r" b="b"/>
              <a:pathLst>
                <a:path w="1507490" h="4102100">
                  <a:moveTo>
                    <a:pt x="1437293" y="12699"/>
                  </a:moveTo>
                  <a:lnTo>
                    <a:pt x="1326328" y="12699"/>
                  </a:lnTo>
                  <a:lnTo>
                    <a:pt x="1335848" y="0"/>
                  </a:lnTo>
                  <a:lnTo>
                    <a:pt x="1421268" y="0"/>
                  </a:lnTo>
                  <a:lnTo>
                    <a:pt x="1437293" y="12699"/>
                  </a:lnTo>
                  <a:close/>
                </a:path>
                <a:path w="1507490" h="4102100">
                  <a:moveTo>
                    <a:pt x="1455995" y="25399"/>
                  </a:moveTo>
                  <a:lnTo>
                    <a:pt x="1301162" y="25399"/>
                  </a:lnTo>
                  <a:lnTo>
                    <a:pt x="1307602" y="12699"/>
                  </a:lnTo>
                  <a:lnTo>
                    <a:pt x="1450082" y="12699"/>
                  </a:lnTo>
                  <a:lnTo>
                    <a:pt x="1455995" y="25399"/>
                  </a:lnTo>
                  <a:close/>
                </a:path>
                <a:path w="1507490" h="4102100">
                  <a:moveTo>
                    <a:pt x="165791" y="787399"/>
                  </a:moveTo>
                  <a:lnTo>
                    <a:pt x="173670" y="774699"/>
                  </a:lnTo>
                  <a:lnTo>
                    <a:pt x="58765" y="774699"/>
                  </a:lnTo>
                  <a:lnTo>
                    <a:pt x="74523" y="761999"/>
                  </a:lnTo>
                  <a:lnTo>
                    <a:pt x="112926" y="736599"/>
                  </a:lnTo>
                  <a:lnTo>
                    <a:pt x="149704" y="711199"/>
                  </a:lnTo>
                  <a:lnTo>
                    <a:pt x="200811" y="673099"/>
                  </a:lnTo>
                  <a:lnTo>
                    <a:pt x="218318" y="660399"/>
                  </a:lnTo>
                  <a:lnTo>
                    <a:pt x="237369" y="647699"/>
                  </a:lnTo>
                  <a:lnTo>
                    <a:pt x="257016" y="634999"/>
                  </a:lnTo>
                  <a:lnTo>
                    <a:pt x="277258" y="622299"/>
                  </a:lnTo>
                  <a:lnTo>
                    <a:pt x="298095" y="622299"/>
                  </a:lnTo>
                  <a:lnTo>
                    <a:pt x="345607" y="596899"/>
                  </a:lnTo>
                  <a:lnTo>
                    <a:pt x="391593" y="571499"/>
                  </a:lnTo>
                  <a:lnTo>
                    <a:pt x="436053" y="546099"/>
                  </a:lnTo>
                  <a:lnTo>
                    <a:pt x="522041" y="495299"/>
                  </a:lnTo>
                  <a:lnTo>
                    <a:pt x="564879" y="457199"/>
                  </a:lnTo>
                  <a:lnTo>
                    <a:pt x="607286" y="431799"/>
                  </a:lnTo>
                  <a:lnTo>
                    <a:pt x="690346" y="380999"/>
                  </a:lnTo>
                  <a:lnTo>
                    <a:pt x="731491" y="342899"/>
                  </a:lnTo>
                  <a:lnTo>
                    <a:pt x="813196" y="292099"/>
                  </a:lnTo>
                  <a:lnTo>
                    <a:pt x="852897" y="266699"/>
                  </a:lnTo>
                  <a:lnTo>
                    <a:pt x="893982" y="241299"/>
                  </a:lnTo>
                  <a:lnTo>
                    <a:pt x="936449" y="215899"/>
                  </a:lnTo>
                  <a:lnTo>
                    <a:pt x="980300" y="203199"/>
                  </a:lnTo>
                  <a:lnTo>
                    <a:pt x="1026355" y="177799"/>
                  </a:lnTo>
                  <a:lnTo>
                    <a:pt x="1113908" y="126999"/>
                  </a:lnTo>
                  <a:lnTo>
                    <a:pt x="1159223" y="101599"/>
                  </a:lnTo>
                  <a:lnTo>
                    <a:pt x="1249157" y="63499"/>
                  </a:lnTo>
                  <a:lnTo>
                    <a:pt x="1278068" y="38099"/>
                  </a:lnTo>
                  <a:lnTo>
                    <a:pt x="1289558" y="38099"/>
                  </a:lnTo>
                  <a:lnTo>
                    <a:pt x="1291528" y="25399"/>
                  </a:lnTo>
                  <a:lnTo>
                    <a:pt x="1471436" y="25399"/>
                  </a:lnTo>
                  <a:lnTo>
                    <a:pt x="1476360" y="38099"/>
                  </a:lnTo>
                  <a:lnTo>
                    <a:pt x="1493545" y="50799"/>
                  </a:lnTo>
                  <a:lnTo>
                    <a:pt x="1507411" y="50799"/>
                  </a:lnTo>
                  <a:lnTo>
                    <a:pt x="1507411" y="126999"/>
                  </a:lnTo>
                  <a:lnTo>
                    <a:pt x="1264607" y="126999"/>
                  </a:lnTo>
                  <a:lnTo>
                    <a:pt x="1186144" y="165099"/>
                  </a:lnTo>
                  <a:lnTo>
                    <a:pt x="1141711" y="190499"/>
                  </a:lnTo>
                  <a:lnTo>
                    <a:pt x="1055676" y="241299"/>
                  </a:lnTo>
                  <a:lnTo>
                    <a:pt x="1010504" y="266699"/>
                  </a:lnTo>
                  <a:lnTo>
                    <a:pt x="964386" y="279399"/>
                  </a:lnTo>
                  <a:lnTo>
                    <a:pt x="919740" y="304799"/>
                  </a:lnTo>
                  <a:lnTo>
                    <a:pt x="876566" y="330199"/>
                  </a:lnTo>
                  <a:lnTo>
                    <a:pt x="834864" y="355599"/>
                  </a:lnTo>
                  <a:lnTo>
                    <a:pt x="791154" y="380999"/>
                  </a:lnTo>
                  <a:lnTo>
                    <a:pt x="746921" y="419099"/>
                  </a:lnTo>
                  <a:lnTo>
                    <a:pt x="702503" y="444499"/>
                  </a:lnTo>
                  <a:lnTo>
                    <a:pt x="658239" y="482599"/>
                  </a:lnTo>
                  <a:lnTo>
                    <a:pt x="574251" y="533399"/>
                  </a:lnTo>
                  <a:lnTo>
                    <a:pt x="531562" y="571499"/>
                  </a:lnTo>
                  <a:lnTo>
                    <a:pt x="488139" y="596899"/>
                  </a:lnTo>
                  <a:lnTo>
                    <a:pt x="443777" y="622299"/>
                  </a:lnTo>
                  <a:lnTo>
                    <a:pt x="398272" y="647699"/>
                  </a:lnTo>
                  <a:lnTo>
                    <a:pt x="351421" y="673099"/>
                  </a:lnTo>
                  <a:lnTo>
                    <a:pt x="303020" y="685799"/>
                  </a:lnTo>
                  <a:lnTo>
                    <a:pt x="266118" y="711199"/>
                  </a:lnTo>
                  <a:lnTo>
                    <a:pt x="230946" y="736599"/>
                  </a:lnTo>
                  <a:lnTo>
                    <a:pt x="197503" y="749299"/>
                  </a:lnTo>
                  <a:lnTo>
                    <a:pt x="165791" y="787399"/>
                  </a:lnTo>
                  <a:close/>
                </a:path>
                <a:path w="1507490" h="4102100">
                  <a:moveTo>
                    <a:pt x="1500204" y="165099"/>
                  </a:moveTo>
                  <a:lnTo>
                    <a:pt x="1263023" y="165099"/>
                  </a:lnTo>
                  <a:lnTo>
                    <a:pt x="1262168" y="152399"/>
                  </a:lnTo>
                  <a:lnTo>
                    <a:pt x="1262147" y="139699"/>
                  </a:lnTo>
                  <a:lnTo>
                    <a:pt x="1262960" y="139699"/>
                  </a:lnTo>
                  <a:lnTo>
                    <a:pt x="1264607" y="126999"/>
                  </a:lnTo>
                  <a:lnTo>
                    <a:pt x="1505251" y="126999"/>
                  </a:lnTo>
                  <a:lnTo>
                    <a:pt x="1504585" y="139699"/>
                  </a:lnTo>
                  <a:lnTo>
                    <a:pt x="1502903" y="152399"/>
                  </a:lnTo>
                  <a:lnTo>
                    <a:pt x="1500204" y="165099"/>
                  </a:lnTo>
                  <a:close/>
                </a:path>
                <a:path w="1507490" h="4102100">
                  <a:moveTo>
                    <a:pt x="1472421" y="215899"/>
                  </a:moveTo>
                  <a:lnTo>
                    <a:pt x="1288791" y="215899"/>
                  </a:lnTo>
                  <a:lnTo>
                    <a:pt x="1281263" y="203199"/>
                  </a:lnTo>
                  <a:lnTo>
                    <a:pt x="1274456" y="190499"/>
                  </a:lnTo>
                  <a:lnTo>
                    <a:pt x="1270409" y="190499"/>
                  </a:lnTo>
                  <a:lnTo>
                    <a:pt x="1267154" y="177799"/>
                  </a:lnTo>
                  <a:lnTo>
                    <a:pt x="1264692" y="165099"/>
                  </a:lnTo>
                  <a:lnTo>
                    <a:pt x="1496489" y="165099"/>
                  </a:lnTo>
                  <a:lnTo>
                    <a:pt x="1491817" y="177799"/>
                  </a:lnTo>
                  <a:lnTo>
                    <a:pt x="1486249" y="190499"/>
                  </a:lnTo>
                  <a:lnTo>
                    <a:pt x="1479783" y="203199"/>
                  </a:lnTo>
                  <a:lnTo>
                    <a:pt x="1472421" y="215899"/>
                  </a:lnTo>
                  <a:close/>
                </a:path>
                <a:path w="1507490" h="4102100">
                  <a:moveTo>
                    <a:pt x="1460085" y="228599"/>
                  </a:moveTo>
                  <a:lnTo>
                    <a:pt x="1306009" y="228599"/>
                  </a:lnTo>
                  <a:lnTo>
                    <a:pt x="1297040" y="215899"/>
                  </a:lnTo>
                  <a:lnTo>
                    <a:pt x="1466458" y="215899"/>
                  </a:lnTo>
                  <a:lnTo>
                    <a:pt x="1460085" y="228599"/>
                  </a:lnTo>
                  <a:close/>
                </a:path>
                <a:path w="1507490" h="4102100">
                  <a:moveTo>
                    <a:pt x="1446113" y="241299"/>
                  </a:moveTo>
                  <a:lnTo>
                    <a:pt x="1325507" y="241299"/>
                  </a:lnTo>
                  <a:lnTo>
                    <a:pt x="1315549" y="228599"/>
                  </a:lnTo>
                  <a:lnTo>
                    <a:pt x="1453304" y="228599"/>
                  </a:lnTo>
                  <a:lnTo>
                    <a:pt x="1446113" y="241299"/>
                  </a:lnTo>
                  <a:close/>
                </a:path>
                <a:path w="1507490" h="4102100">
                  <a:moveTo>
                    <a:pt x="1414535" y="253999"/>
                  </a:moveTo>
                  <a:lnTo>
                    <a:pt x="1354937" y="253999"/>
                  </a:lnTo>
                  <a:lnTo>
                    <a:pt x="1346682" y="241299"/>
                  </a:lnTo>
                  <a:lnTo>
                    <a:pt x="1422804" y="241299"/>
                  </a:lnTo>
                  <a:lnTo>
                    <a:pt x="1414535" y="253999"/>
                  </a:lnTo>
                  <a:close/>
                </a:path>
                <a:path w="1507490" h="4102100">
                  <a:moveTo>
                    <a:pt x="841552" y="774699"/>
                  </a:moveTo>
                  <a:lnTo>
                    <a:pt x="505252" y="774699"/>
                  </a:lnTo>
                  <a:lnTo>
                    <a:pt x="543186" y="761999"/>
                  </a:lnTo>
                  <a:lnTo>
                    <a:pt x="795017" y="761999"/>
                  </a:lnTo>
                  <a:lnTo>
                    <a:pt x="841552" y="774699"/>
                  </a:lnTo>
                  <a:close/>
                </a:path>
                <a:path w="1507490" h="4102100">
                  <a:moveTo>
                    <a:pt x="165791" y="787399"/>
                  </a:moveTo>
                  <a:lnTo>
                    <a:pt x="41037" y="787399"/>
                  </a:lnTo>
                  <a:lnTo>
                    <a:pt x="46649" y="774699"/>
                  </a:lnTo>
                  <a:lnTo>
                    <a:pt x="173670" y="774699"/>
                  </a:lnTo>
                  <a:lnTo>
                    <a:pt x="165791" y="787399"/>
                  </a:lnTo>
                  <a:close/>
                </a:path>
                <a:path w="1507490" h="4102100">
                  <a:moveTo>
                    <a:pt x="1120157" y="787399"/>
                  </a:moveTo>
                  <a:lnTo>
                    <a:pt x="165791" y="787399"/>
                  </a:lnTo>
                  <a:lnTo>
                    <a:pt x="176361" y="774699"/>
                  </a:lnTo>
                  <a:lnTo>
                    <a:pt x="1087409" y="774699"/>
                  </a:lnTo>
                  <a:lnTo>
                    <a:pt x="1120157" y="787399"/>
                  </a:lnTo>
                  <a:close/>
                </a:path>
                <a:path w="1507490" h="4102100">
                  <a:moveTo>
                    <a:pt x="1504630" y="787399"/>
                  </a:moveTo>
                  <a:lnTo>
                    <a:pt x="1240468" y="787399"/>
                  </a:lnTo>
                  <a:lnTo>
                    <a:pt x="1294462" y="774699"/>
                  </a:lnTo>
                  <a:lnTo>
                    <a:pt x="1456662" y="774699"/>
                  </a:lnTo>
                  <a:lnTo>
                    <a:pt x="1504630" y="787399"/>
                  </a:lnTo>
                  <a:close/>
                </a:path>
                <a:path w="1507490" h="4102100">
                  <a:moveTo>
                    <a:pt x="329571" y="4102099"/>
                  </a:moveTo>
                  <a:lnTo>
                    <a:pt x="85357" y="4102099"/>
                  </a:lnTo>
                  <a:lnTo>
                    <a:pt x="80474" y="4076699"/>
                  </a:lnTo>
                  <a:lnTo>
                    <a:pt x="78109" y="4051299"/>
                  </a:lnTo>
                  <a:lnTo>
                    <a:pt x="75837" y="4038599"/>
                  </a:lnTo>
                  <a:lnTo>
                    <a:pt x="77806" y="4038599"/>
                  </a:lnTo>
                  <a:lnTo>
                    <a:pt x="77345" y="4025899"/>
                  </a:lnTo>
                  <a:lnTo>
                    <a:pt x="77191" y="4013199"/>
                  </a:lnTo>
                  <a:lnTo>
                    <a:pt x="77345" y="4000499"/>
                  </a:lnTo>
                  <a:lnTo>
                    <a:pt x="77806" y="4000499"/>
                  </a:lnTo>
                  <a:lnTo>
                    <a:pt x="78689" y="3936999"/>
                  </a:lnTo>
                  <a:lnTo>
                    <a:pt x="78474" y="3886199"/>
                  </a:lnTo>
                  <a:lnTo>
                    <a:pt x="77513" y="3848099"/>
                  </a:lnTo>
                  <a:lnTo>
                    <a:pt x="74753" y="3746499"/>
                  </a:lnTo>
                  <a:lnTo>
                    <a:pt x="73654" y="3682999"/>
                  </a:lnTo>
                  <a:lnTo>
                    <a:pt x="73210" y="3632199"/>
                  </a:lnTo>
                  <a:lnTo>
                    <a:pt x="72800" y="3581399"/>
                  </a:lnTo>
                  <a:lnTo>
                    <a:pt x="70930" y="3530599"/>
                  </a:lnTo>
                  <a:lnTo>
                    <a:pt x="67912" y="3479799"/>
                  </a:lnTo>
                  <a:lnTo>
                    <a:pt x="64056" y="3428999"/>
                  </a:lnTo>
                  <a:lnTo>
                    <a:pt x="59671" y="3378199"/>
                  </a:lnTo>
                  <a:lnTo>
                    <a:pt x="55069" y="3327399"/>
                  </a:lnTo>
                  <a:lnTo>
                    <a:pt x="50558" y="3276599"/>
                  </a:lnTo>
                  <a:lnTo>
                    <a:pt x="46861" y="3225799"/>
                  </a:lnTo>
                  <a:lnTo>
                    <a:pt x="44181" y="3187699"/>
                  </a:lnTo>
                  <a:lnTo>
                    <a:pt x="42047" y="3136899"/>
                  </a:lnTo>
                  <a:lnTo>
                    <a:pt x="39987" y="3086099"/>
                  </a:lnTo>
                  <a:lnTo>
                    <a:pt x="37531" y="3035299"/>
                  </a:lnTo>
                  <a:lnTo>
                    <a:pt x="34208" y="2984499"/>
                  </a:lnTo>
                  <a:lnTo>
                    <a:pt x="29546" y="2933699"/>
                  </a:lnTo>
                  <a:lnTo>
                    <a:pt x="24670" y="2895599"/>
                  </a:lnTo>
                  <a:lnTo>
                    <a:pt x="20805" y="2844799"/>
                  </a:lnTo>
                  <a:lnTo>
                    <a:pt x="17847" y="2793999"/>
                  </a:lnTo>
                  <a:lnTo>
                    <a:pt x="15693" y="2743199"/>
                  </a:lnTo>
                  <a:lnTo>
                    <a:pt x="14238" y="2692399"/>
                  </a:lnTo>
                  <a:lnTo>
                    <a:pt x="13377" y="2641599"/>
                  </a:lnTo>
                  <a:lnTo>
                    <a:pt x="13008" y="2590799"/>
                  </a:lnTo>
                  <a:lnTo>
                    <a:pt x="13026" y="2552699"/>
                  </a:lnTo>
                  <a:lnTo>
                    <a:pt x="13327" y="2501899"/>
                  </a:lnTo>
                  <a:lnTo>
                    <a:pt x="13806" y="2451099"/>
                  </a:lnTo>
                  <a:lnTo>
                    <a:pt x="14360" y="2400299"/>
                  </a:lnTo>
                  <a:lnTo>
                    <a:pt x="14885" y="2349499"/>
                  </a:lnTo>
                  <a:lnTo>
                    <a:pt x="15276" y="2298699"/>
                  </a:lnTo>
                  <a:lnTo>
                    <a:pt x="15430" y="2247899"/>
                  </a:lnTo>
                  <a:lnTo>
                    <a:pt x="15483" y="1600199"/>
                  </a:lnTo>
                  <a:lnTo>
                    <a:pt x="15191" y="1549399"/>
                  </a:lnTo>
                  <a:lnTo>
                    <a:pt x="14810" y="1498599"/>
                  </a:lnTo>
                  <a:lnTo>
                    <a:pt x="14332" y="1447799"/>
                  </a:lnTo>
                  <a:lnTo>
                    <a:pt x="13747" y="1396999"/>
                  </a:lnTo>
                  <a:lnTo>
                    <a:pt x="13046" y="1358899"/>
                  </a:lnTo>
                  <a:lnTo>
                    <a:pt x="12220" y="1308099"/>
                  </a:lnTo>
                  <a:lnTo>
                    <a:pt x="11260" y="1257299"/>
                  </a:lnTo>
                  <a:lnTo>
                    <a:pt x="10156" y="1206499"/>
                  </a:lnTo>
                  <a:lnTo>
                    <a:pt x="8899" y="1155699"/>
                  </a:lnTo>
                  <a:lnTo>
                    <a:pt x="7480" y="1104899"/>
                  </a:lnTo>
                  <a:lnTo>
                    <a:pt x="5890" y="1054099"/>
                  </a:lnTo>
                  <a:lnTo>
                    <a:pt x="4119" y="1003299"/>
                  </a:lnTo>
                  <a:lnTo>
                    <a:pt x="2159" y="952499"/>
                  </a:lnTo>
                  <a:lnTo>
                    <a:pt x="0" y="901699"/>
                  </a:lnTo>
                  <a:lnTo>
                    <a:pt x="0" y="838199"/>
                  </a:lnTo>
                  <a:lnTo>
                    <a:pt x="876" y="825499"/>
                  </a:lnTo>
                  <a:lnTo>
                    <a:pt x="6478" y="825499"/>
                  </a:lnTo>
                  <a:lnTo>
                    <a:pt x="9520" y="812799"/>
                  </a:lnTo>
                  <a:lnTo>
                    <a:pt x="11818" y="812799"/>
                  </a:lnTo>
                  <a:lnTo>
                    <a:pt x="17774" y="800099"/>
                  </a:lnTo>
                  <a:lnTo>
                    <a:pt x="24629" y="800099"/>
                  </a:lnTo>
                  <a:lnTo>
                    <a:pt x="32383" y="787399"/>
                  </a:lnTo>
                  <a:lnTo>
                    <a:pt x="1507411" y="787399"/>
                  </a:lnTo>
                  <a:lnTo>
                    <a:pt x="1507411" y="4076699"/>
                  </a:lnTo>
                  <a:lnTo>
                    <a:pt x="703181" y="4076699"/>
                  </a:lnTo>
                  <a:lnTo>
                    <a:pt x="668416" y="4089399"/>
                  </a:lnTo>
                  <a:lnTo>
                    <a:pt x="377215" y="4089399"/>
                  </a:lnTo>
                  <a:lnTo>
                    <a:pt x="329571" y="4102099"/>
                  </a:lnTo>
                  <a:close/>
                </a:path>
                <a:path w="1507490" h="4102100">
                  <a:moveTo>
                    <a:pt x="1507411" y="4102099"/>
                  </a:moveTo>
                  <a:lnTo>
                    <a:pt x="922617" y="4102099"/>
                  </a:lnTo>
                  <a:lnTo>
                    <a:pt x="884396" y="4089399"/>
                  </a:lnTo>
                  <a:lnTo>
                    <a:pt x="846113" y="4089399"/>
                  </a:lnTo>
                  <a:lnTo>
                    <a:pt x="807615" y="4076699"/>
                  </a:lnTo>
                  <a:lnTo>
                    <a:pt x="1507411" y="4076699"/>
                  </a:lnTo>
                  <a:lnTo>
                    <a:pt x="1507411" y="4102099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13654" y="798668"/>
              <a:ext cx="1474470" cy="3285490"/>
            </a:xfrm>
            <a:custGeom>
              <a:avLst/>
              <a:gdLst/>
              <a:ahLst/>
              <a:cxnLst/>
              <a:rect l="l" t="t" r="r" b="b"/>
              <a:pathLst>
                <a:path w="1474469" h="3285490">
                  <a:moveTo>
                    <a:pt x="1474344" y="3285043"/>
                  </a:moveTo>
                  <a:lnTo>
                    <a:pt x="83478" y="3273439"/>
                  </a:lnTo>
                  <a:lnTo>
                    <a:pt x="55265" y="2873160"/>
                  </a:lnTo>
                  <a:lnTo>
                    <a:pt x="34852" y="2514280"/>
                  </a:lnTo>
                  <a:lnTo>
                    <a:pt x="18823" y="2147482"/>
                  </a:lnTo>
                  <a:lnTo>
                    <a:pt x="7596" y="1775122"/>
                  </a:lnTo>
                  <a:lnTo>
                    <a:pt x="1406" y="1409984"/>
                  </a:lnTo>
                  <a:lnTo>
                    <a:pt x="0" y="1051909"/>
                  </a:lnTo>
                  <a:lnTo>
                    <a:pt x="4026" y="651617"/>
                  </a:lnTo>
                  <a:lnTo>
                    <a:pt x="13814" y="261185"/>
                  </a:lnTo>
                  <a:lnTo>
                    <a:pt x="22742" y="22321"/>
                  </a:lnTo>
                  <a:lnTo>
                    <a:pt x="228139" y="11674"/>
                  </a:lnTo>
                  <a:lnTo>
                    <a:pt x="382972" y="5901"/>
                  </a:lnTo>
                  <a:lnTo>
                    <a:pt x="558528" y="1606"/>
                  </a:lnTo>
                  <a:lnTo>
                    <a:pt x="686230" y="0"/>
                  </a:lnTo>
                  <a:lnTo>
                    <a:pt x="867122" y="116"/>
                  </a:lnTo>
                  <a:lnTo>
                    <a:pt x="1030313" y="2742"/>
                  </a:lnTo>
                  <a:lnTo>
                    <a:pt x="1474344" y="18883"/>
                  </a:lnTo>
                  <a:lnTo>
                    <a:pt x="1474344" y="3285043"/>
                  </a:lnTo>
                  <a:close/>
                </a:path>
              </a:pathLst>
            </a:custGeom>
            <a:solidFill>
              <a:srgbClr val="E2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80584" y="994"/>
              <a:ext cx="3908268" cy="41020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53666" y="7846369"/>
              <a:ext cx="3801425" cy="18415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419600" y="839509"/>
            <a:ext cx="9422968" cy="3862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854" marR="5080" indent="-224154">
              <a:lnSpc>
                <a:spcPct val="116500"/>
              </a:lnSpc>
              <a:spcBef>
                <a:spcPts val="95"/>
              </a:spcBef>
            </a:pPr>
            <a:r>
              <a:rPr sz="10800" i="1" u="sng" spc="409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NEONURTURE </a:t>
            </a:r>
            <a:r>
              <a:rPr sz="10800" i="1" u="sng" spc="86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INCUBATOR</a:t>
            </a:r>
            <a:endParaRPr sz="10800" u="sng" dirty="0">
              <a:solidFill>
                <a:schemeClr val="tx2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6800" y="5108743"/>
            <a:ext cx="7692639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6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Design</a:t>
            </a:r>
            <a:r>
              <a:rPr sz="5200" spc="13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that </a:t>
            </a:r>
            <a:r>
              <a:rPr sz="5200" spc="6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Matters</a:t>
            </a:r>
            <a:r>
              <a:rPr sz="5200" spc="13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 </a:t>
            </a:r>
            <a:r>
              <a:rPr sz="5200" spc="-2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(D</a:t>
            </a:r>
            <a:r>
              <a:rPr lang="en-US" sz="5200" spc="-2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</a:t>
            </a:r>
            <a:r>
              <a:rPr sz="5200" spc="-25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M)</a:t>
            </a:r>
            <a:endParaRPr sz="5200" dirty="0">
              <a:solidFill>
                <a:schemeClr val="accent4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688935" cy="10287000"/>
            <a:chOff x="0" y="0"/>
            <a:chExt cx="2068893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97139" cy="35888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780586" y="0"/>
              <a:ext cx="1507490" cy="4102100"/>
            </a:xfrm>
            <a:custGeom>
              <a:avLst/>
              <a:gdLst/>
              <a:ahLst/>
              <a:cxnLst/>
              <a:rect l="l" t="t" r="r" b="b"/>
              <a:pathLst>
                <a:path w="1507490" h="4102100">
                  <a:moveTo>
                    <a:pt x="1437293" y="12699"/>
                  </a:moveTo>
                  <a:lnTo>
                    <a:pt x="1326328" y="12699"/>
                  </a:lnTo>
                  <a:lnTo>
                    <a:pt x="1335848" y="0"/>
                  </a:lnTo>
                  <a:lnTo>
                    <a:pt x="1421268" y="0"/>
                  </a:lnTo>
                  <a:lnTo>
                    <a:pt x="1437293" y="12699"/>
                  </a:lnTo>
                  <a:close/>
                </a:path>
                <a:path w="1507490" h="4102100">
                  <a:moveTo>
                    <a:pt x="1455995" y="25399"/>
                  </a:moveTo>
                  <a:lnTo>
                    <a:pt x="1301162" y="25399"/>
                  </a:lnTo>
                  <a:lnTo>
                    <a:pt x="1307602" y="12699"/>
                  </a:lnTo>
                  <a:lnTo>
                    <a:pt x="1450082" y="12699"/>
                  </a:lnTo>
                  <a:lnTo>
                    <a:pt x="1455995" y="25399"/>
                  </a:lnTo>
                  <a:close/>
                </a:path>
                <a:path w="1507490" h="4102100">
                  <a:moveTo>
                    <a:pt x="165791" y="787399"/>
                  </a:moveTo>
                  <a:lnTo>
                    <a:pt x="173670" y="774699"/>
                  </a:lnTo>
                  <a:lnTo>
                    <a:pt x="58765" y="774699"/>
                  </a:lnTo>
                  <a:lnTo>
                    <a:pt x="74523" y="761999"/>
                  </a:lnTo>
                  <a:lnTo>
                    <a:pt x="112926" y="736599"/>
                  </a:lnTo>
                  <a:lnTo>
                    <a:pt x="149704" y="711199"/>
                  </a:lnTo>
                  <a:lnTo>
                    <a:pt x="200811" y="673099"/>
                  </a:lnTo>
                  <a:lnTo>
                    <a:pt x="218318" y="660399"/>
                  </a:lnTo>
                  <a:lnTo>
                    <a:pt x="237369" y="647699"/>
                  </a:lnTo>
                  <a:lnTo>
                    <a:pt x="257016" y="634999"/>
                  </a:lnTo>
                  <a:lnTo>
                    <a:pt x="277258" y="622299"/>
                  </a:lnTo>
                  <a:lnTo>
                    <a:pt x="298095" y="622299"/>
                  </a:lnTo>
                  <a:lnTo>
                    <a:pt x="345607" y="596899"/>
                  </a:lnTo>
                  <a:lnTo>
                    <a:pt x="391593" y="571499"/>
                  </a:lnTo>
                  <a:lnTo>
                    <a:pt x="436053" y="546099"/>
                  </a:lnTo>
                  <a:lnTo>
                    <a:pt x="522041" y="495299"/>
                  </a:lnTo>
                  <a:lnTo>
                    <a:pt x="564879" y="457199"/>
                  </a:lnTo>
                  <a:lnTo>
                    <a:pt x="607286" y="431799"/>
                  </a:lnTo>
                  <a:lnTo>
                    <a:pt x="690346" y="380999"/>
                  </a:lnTo>
                  <a:lnTo>
                    <a:pt x="731491" y="342899"/>
                  </a:lnTo>
                  <a:lnTo>
                    <a:pt x="813196" y="292099"/>
                  </a:lnTo>
                  <a:lnTo>
                    <a:pt x="852897" y="266699"/>
                  </a:lnTo>
                  <a:lnTo>
                    <a:pt x="893982" y="241299"/>
                  </a:lnTo>
                  <a:lnTo>
                    <a:pt x="936449" y="215899"/>
                  </a:lnTo>
                  <a:lnTo>
                    <a:pt x="980300" y="203199"/>
                  </a:lnTo>
                  <a:lnTo>
                    <a:pt x="1026355" y="177799"/>
                  </a:lnTo>
                  <a:lnTo>
                    <a:pt x="1113908" y="126999"/>
                  </a:lnTo>
                  <a:lnTo>
                    <a:pt x="1159223" y="101599"/>
                  </a:lnTo>
                  <a:lnTo>
                    <a:pt x="1249157" y="63499"/>
                  </a:lnTo>
                  <a:lnTo>
                    <a:pt x="1278068" y="38099"/>
                  </a:lnTo>
                  <a:lnTo>
                    <a:pt x="1289558" y="38099"/>
                  </a:lnTo>
                  <a:lnTo>
                    <a:pt x="1291528" y="25399"/>
                  </a:lnTo>
                  <a:lnTo>
                    <a:pt x="1471436" y="25399"/>
                  </a:lnTo>
                  <a:lnTo>
                    <a:pt x="1476360" y="38099"/>
                  </a:lnTo>
                  <a:lnTo>
                    <a:pt x="1493545" y="50799"/>
                  </a:lnTo>
                  <a:lnTo>
                    <a:pt x="1507411" y="50799"/>
                  </a:lnTo>
                  <a:lnTo>
                    <a:pt x="1507411" y="126999"/>
                  </a:lnTo>
                  <a:lnTo>
                    <a:pt x="1264607" y="126999"/>
                  </a:lnTo>
                  <a:lnTo>
                    <a:pt x="1186144" y="165099"/>
                  </a:lnTo>
                  <a:lnTo>
                    <a:pt x="1141711" y="190499"/>
                  </a:lnTo>
                  <a:lnTo>
                    <a:pt x="1055676" y="241299"/>
                  </a:lnTo>
                  <a:lnTo>
                    <a:pt x="1010504" y="266699"/>
                  </a:lnTo>
                  <a:lnTo>
                    <a:pt x="964386" y="279399"/>
                  </a:lnTo>
                  <a:lnTo>
                    <a:pt x="919740" y="304799"/>
                  </a:lnTo>
                  <a:lnTo>
                    <a:pt x="876566" y="330199"/>
                  </a:lnTo>
                  <a:lnTo>
                    <a:pt x="834864" y="355599"/>
                  </a:lnTo>
                  <a:lnTo>
                    <a:pt x="791154" y="380999"/>
                  </a:lnTo>
                  <a:lnTo>
                    <a:pt x="746921" y="419099"/>
                  </a:lnTo>
                  <a:lnTo>
                    <a:pt x="702503" y="444499"/>
                  </a:lnTo>
                  <a:lnTo>
                    <a:pt x="658239" y="482599"/>
                  </a:lnTo>
                  <a:lnTo>
                    <a:pt x="574251" y="533399"/>
                  </a:lnTo>
                  <a:lnTo>
                    <a:pt x="531562" y="571499"/>
                  </a:lnTo>
                  <a:lnTo>
                    <a:pt x="488139" y="596899"/>
                  </a:lnTo>
                  <a:lnTo>
                    <a:pt x="443777" y="622299"/>
                  </a:lnTo>
                  <a:lnTo>
                    <a:pt x="398272" y="647699"/>
                  </a:lnTo>
                  <a:lnTo>
                    <a:pt x="351421" y="673099"/>
                  </a:lnTo>
                  <a:lnTo>
                    <a:pt x="303020" y="685799"/>
                  </a:lnTo>
                  <a:lnTo>
                    <a:pt x="266118" y="711199"/>
                  </a:lnTo>
                  <a:lnTo>
                    <a:pt x="230946" y="736599"/>
                  </a:lnTo>
                  <a:lnTo>
                    <a:pt x="197503" y="749299"/>
                  </a:lnTo>
                  <a:lnTo>
                    <a:pt x="165791" y="787399"/>
                  </a:lnTo>
                  <a:close/>
                </a:path>
                <a:path w="1507490" h="4102100">
                  <a:moveTo>
                    <a:pt x="1500204" y="165099"/>
                  </a:moveTo>
                  <a:lnTo>
                    <a:pt x="1263023" y="165099"/>
                  </a:lnTo>
                  <a:lnTo>
                    <a:pt x="1262168" y="152399"/>
                  </a:lnTo>
                  <a:lnTo>
                    <a:pt x="1262147" y="139699"/>
                  </a:lnTo>
                  <a:lnTo>
                    <a:pt x="1262960" y="139699"/>
                  </a:lnTo>
                  <a:lnTo>
                    <a:pt x="1264607" y="126999"/>
                  </a:lnTo>
                  <a:lnTo>
                    <a:pt x="1505251" y="126999"/>
                  </a:lnTo>
                  <a:lnTo>
                    <a:pt x="1504585" y="139699"/>
                  </a:lnTo>
                  <a:lnTo>
                    <a:pt x="1502903" y="152399"/>
                  </a:lnTo>
                  <a:lnTo>
                    <a:pt x="1500204" y="165099"/>
                  </a:lnTo>
                  <a:close/>
                </a:path>
                <a:path w="1507490" h="4102100">
                  <a:moveTo>
                    <a:pt x="1472421" y="215899"/>
                  </a:moveTo>
                  <a:lnTo>
                    <a:pt x="1288791" y="215899"/>
                  </a:lnTo>
                  <a:lnTo>
                    <a:pt x="1281263" y="203199"/>
                  </a:lnTo>
                  <a:lnTo>
                    <a:pt x="1274456" y="190499"/>
                  </a:lnTo>
                  <a:lnTo>
                    <a:pt x="1270409" y="190499"/>
                  </a:lnTo>
                  <a:lnTo>
                    <a:pt x="1267154" y="177799"/>
                  </a:lnTo>
                  <a:lnTo>
                    <a:pt x="1264692" y="165099"/>
                  </a:lnTo>
                  <a:lnTo>
                    <a:pt x="1496489" y="165099"/>
                  </a:lnTo>
                  <a:lnTo>
                    <a:pt x="1491817" y="177799"/>
                  </a:lnTo>
                  <a:lnTo>
                    <a:pt x="1486249" y="190499"/>
                  </a:lnTo>
                  <a:lnTo>
                    <a:pt x="1479783" y="203199"/>
                  </a:lnTo>
                  <a:lnTo>
                    <a:pt x="1472421" y="215899"/>
                  </a:lnTo>
                  <a:close/>
                </a:path>
                <a:path w="1507490" h="4102100">
                  <a:moveTo>
                    <a:pt x="1460085" y="228599"/>
                  </a:moveTo>
                  <a:lnTo>
                    <a:pt x="1306009" y="228599"/>
                  </a:lnTo>
                  <a:lnTo>
                    <a:pt x="1297040" y="215899"/>
                  </a:lnTo>
                  <a:lnTo>
                    <a:pt x="1466458" y="215899"/>
                  </a:lnTo>
                  <a:lnTo>
                    <a:pt x="1460085" y="228599"/>
                  </a:lnTo>
                  <a:close/>
                </a:path>
                <a:path w="1507490" h="4102100">
                  <a:moveTo>
                    <a:pt x="1446113" y="241299"/>
                  </a:moveTo>
                  <a:lnTo>
                    <a:pt x="1325507" y="241299"/>
                  </a:lnTo>
                  <a:lnTo>
                    <a:pt x="1315549" y="228599"/>
                  </a:lnTo>
                  <a:lnTo>
                    <a:pt x="1453304" y="228599"/>
                  </a:lnTo>
                  <a:lnTo>
                    <a:pt x="1446113" y="241299"/>
                  </a:lnTo>
                  <a:close/>
                </a:path>
                <a:path w="1507490" h="4102100">
                  <a:moveTo>
                    <a:pt x="1414535" y="253999"/>
                  </a:moveTo>
                  <a:lnTo>
                    <a:pt x="1354937" y="253999"/>
                  </a:lnTo>
                  <a:lnTo>
                    <a:pt x="1346682" y="241299"/>
                  </a:lnTo>
                  <a:lnTo>
                    <a:pt x="1422804" y="241299"/>
                  </a:lnTo>
                  <a:lnTo>
                    <a:pt x="1414535" y="253999"/>
                  </a:lnTo>
                  <a:close/>
                </a:path>
                <a:path w="1507490" h="4102100">
                  <a:moveTo>
                    <a:pt x="841552" y="774699"/>
                  </a:moveTo>
                  <a:lnTo>
                    <a:pt x="505252" y="774699"/>
                  </a:lnTo>
                  <a:lnTo>
                    <a:pt x="543186" y="761999"/>
                  </a:lnTo>
                  <a:lnTo>
                    <a:pt x="795017" y="761999"/>
                  </a:lnTo>
                  <a:lnTo>
                    <a:pt x="841552" y="774699"/>
                  </a:lnTo>
                  <a:close/>
                </a:path>
                <a:path w="1507490" h="4102100">
                  <a:moveTo>
                    <a:pt x="165791" y="787399"/>
                  </a:moveTo>
                  <a:lnTo>
                    <a:pt x="41037" y="787399"/>
                  </a:lnTo>
                  <a:lnTo>
                    <a:pt x="46649" y="774699"/>
                  </a:lnTo>
                  <a:lnTo>
                    <a:pt x="173670" y="774699"/>
                  </a:lnTo>
                  <a:lnTo>
                    <a:pt x="165791" y="787399"/>
                  </a:lnTo>
                  <a:close/>
                </a:path>
                <a:path w="1507490" h="4102100">
                  <a:moveTo>
                    <a:pt x="1120157" y="787399"/>
                  </a:moveTo>
                  <a:lnTo>
                    <a:pt x="165791" y="787399"/>
                  </a:lnTo>
                  <a:lnTo>
                    <a:pt x="176361" y="774699"/>
                  </a:lnTo>
                  <a:lnTo>
                    <a:pt x="1087409" y="774699"/>
                  </a:lnTo>
                  <a:lnTo>
                    <a:pt x="1120157" y="787399"/>
                  </a:lnTo>
                  <a:close/>
                </a:path>
                <a:path w="1507490" h="4102100">
                  <a:moveTo>
                    <a:pt x="1504630" y="787399"/>
                  </a:moveTo>
                  <a:lnTo>
                    <a:pt x="1240468" y="787399"/>
                  </a:lnTo>
                  <a:lnTo>
                    <a:pt x="1294462" y="774699"/>
                  </a:lnTo>
                  <a:lnTo>
                    <a:pt x="1456662" y="774699"/>
                  </a:lnTo>
                  <a:lnTo>
                    <a:pt x="1504630" y="787399"/>
                  </a:lnTo>
                  <a:close/>
                </a:path>
                <a:path w="1507490" h="4102100">
                  <a:moveTo>
                    <a:pt x="329571" y="4102099"/>
                  </a:moveTo>
                  <a:lnTo>
                    <a:pt x="85357" y="4102099"/>
                  </a:lnTo>
                  <a:lnTo>
                    <a:pt x="80474" y="4076699"/>
                  </a:lnTo>
                  <a:lnTo>
                    <a:pt x="78109" y="4051299"/>
                  </a:lnTo>
                  <a:lnTo>
                    <a:pt x="75837" y="4038599"/>
                  </a:lnTo>
                  <a:lnTo>
                    <a:pt x="77806" y="4038599"/>
                  </a:lnTo>
                  <a:lnTo>
                    <a:pt x="77345" y="4025899"/>
                  </a:lnTo>
                  <a:lnTo>
                    <a:pt x="77191" y="4013199"/>
                  </a:lnTo>
                  <a:lnTo>
                    <a:pt x="77345" y="4000499"/>
                  </a:lnTo>
                  <a:lnTo>
                    <a:pt x="77806" y="4000499"/>
                  </a:lnTo>
                  <a:lnTo>
                    <a:pt x="78689" y="3936999"/>
                  </a:lnTo>
                  <a:lnTo>
                    <a:pt x="78474" y="3886199"/>
                  </a:lnTo>
                  <a:lnTo>
                    <a:pt x="77513" y="3848099"/>
                  </a:lnTo>
                  <a:lnTo>
                    <a:pt x="74753" y="3746499"/>
                  </a:lnTo>
                  <a:lnTo>
                    <a:pt x="73654" y="3682999"/>
                  </a:lnTo>
                  <a:lnTo>
                    <a:pt x="73210" y="3632199"/>
                  </a:lnTo>
                  <a:lnTo>
                    <a:pt x="72800" y="3581399"/>
                  </a:lnTo>
                  <a:lnTo>
                    <a:pt x="70930" y="3530599"/>
                  </a:lnTo>
                  <a:lnTo>
                    <a:pt x="67912" y="3479799"/>
                  </a:lnTo>
                  <a:lnTo>
                    <a:pt x="64056" y="3428999"/>
                  </a:lnTo>
                  <a:lnTo>
                    <a:pt x="59671" y="3378199"/>
                  </a:lnTo>
                  <a:lnTo>
                    <a:pt x="55069" y="3327399"/>
                  </a:lnTo>
                  <a:lnTo>
                    <a:pt x="50558" y="3276599"/>
                  </a:lnTo>
                  <a:lnTo>
                    <a:pt x="46861" y="3225799"/>
                  </a:lnTo>
                  <a:lnTo>
                    <a:pt x="44181" y="3187699"/>
                  </a:lnTo>
                  <a:lnTo>
                    <a:pt x="42047" y="3136899"/>
                  </a:lnTo>
                  <a:lnTo>
                    <a:pt x="39987" y="3086099"/>
                  </a:lnTo>
                  <a:lnTo>
                    <a:pt x="37531" y="3035299"/>
                  </a:lnTo>
                  <a:lnTo>
                    <a:pt x="34208" y="2984499"/>
                  </a:lnTo>
                  <a:lnTo>
                    <a:pt x="29546" y="2933699"/>
                  </a:lnTo>
                  <a:lnTo>
                    <a:pt x="24670" y="2895599"/>
                  </a:lnTo>
                  <a:lnTo>
                    <a:pt x="20805" y="2844799"/>
                  </a:lnTo>
                  <a:lnTo>
                    <a:pt x="17847" y="2793999"/>
                  </a:lnTo>
                  <a:lnTo>
                    <a:pt x="15693" y="2743199"/>
                  </a:lnTo>
                  <a:lnTo>
                    <a:pt x="14238" y="2692399"/>
                  </a:lnTo>
                  <a:lnTo>
                    <a:pt x="13377" y="2641599"/>
                  </a:lnTo>
                  <a:lnTo>
                    <a:pt x="13008" y="2590799"/>
                  </a:lnTo>
                  <a:lnTo>
                    <a:pt x="13026" y="2552699"/>
                  </a:lnTo>
                  <a:lnTo>
                    <a:pt x="13327" y="2501899"/>
                  </a:lnTo>
                  <a:lnTo>
                    <a:pt x="13806" y="2451099"/>
                  </a:lnTo>
                  <a:lnTo>
                    <a:pt x="14360" y="2400299"/>
                  </a:lnTo>
                  <a:lnTo>
                    <a:pt x="14885" y="2349499"/>
                  </a:lnTo>
                  <a:lnTo>
                    <a:pt x="15276" y="2298699"/>
                  </a:lnTo>
                  <a:lnTo>
                    <a:pt x="15430" y="2247899"/>
                  </a:lnTo>
                  <a:lnTo>
                    <a:pt x="15483" y="1600199"/>
                  </a:lnTo>
                  <a:lnTo>
                    <a:pt x="15191" y="1549399"/>
                  </a:lnTo>
                  <a:lnTo>
                    <a:pt x="14810" y="1498599"/>
                  </a:lnTo>
                  <a:lnTo>
                    <a:pt x="14332" y="1447799"/>
                  </a:lnTo>
                  <a:lnTo>
                    <a:pt x="13747" y="1396999"/>
                  </a:lnTo>
                  <a:lnTo>
                    <a:pt x="13046" y="1358899"/>
                  </a:lnTo>
                  <a:lnTo>
                    <a:pt x="12220" y="1308099"/>
                  </a:lnTo>
                  <a:lnTo>
                    <a:pt x="11260" y="1257299"/>
                  </a:lnTo>
                  <a:lnTo>
                    <a:pt x="10156" y="1206499"/>
                  </a:lnTo>
                  <a:lnTo>
                    <a:pt x="8899" y="1155699"/>
                  </a:lnTo>
                  <a:lnTo>
                    <a:pt x="7480" y="1104899"/>
                  </a:lnTo>
                  <a:lnTo>
                    <a:pt x="5890" y="1054099"/>
                  </a:lnTo>
                  <a:lnTo>
                    <a:pt x="4119" y="1003299"/>
                  </a:lnTo>
                  <a:lnTo>
                    <a:pt x="2159" y="952499"/>
                  </a:lnTo>
                  <a:lnTo>
                    <a:pt x="0" y="901699"/>
                  </a:lnTo>
                  <a:lnTo>
                    <a:pt x="0" y="838199"/>
                  </a:lnTo>
                  <a:lnTo>
                    <a:pt x="876" y="825499"/>
                  </a:lnTo>
                  <a:lnTo>
                    <a:pt x="6478" y="825499"/>
                  </a:lnTo>
                  <a:lnTo>
                    <a:pt x="9520" y="812799"/>
                  </a:lnTo>
                  <a:lnTo>
                    <a:pt x="11818" y="812799"/>
                  </a:lnTo>
                  <a:lnTo>
                    <a:pt x="17774" y="800099"/>
                  </a:lnTo>
                  <a:lnTo>
                    <a:pt x="24629" y="800099"/>
                  </a:lnTo>
                  <a:lnTo>
                    <a:pt x="32383" y="787399"/>
                  </a:lnTo>
                  <a:lnTo>
                    <a:pt x="1507411" y="787399"/>
                  </a:lnTo>
                  <a:lnTo>
                    <a:pt x="1507411" y="4076699"/>
                  </a:lnTo>
                  <a:lnTo>
                    <a:pt x="703181" y="4076699"/>
                  </a:lnTo>
                  <a:lnTo>
                    <a:pt x="668416" y="4089399"/>
                  </a:lnTo>
                  <a:lnTo>
                    <a:pt x="377215" y="4089399"/>
                  </a:lnTo>
                  <a:lnTo>
                    <a:pt x="329571" y="4102099"/>
                  </a:lnTo>
                  <a:close/>
                </a:path>
                <a:path w="1507490" h="4102100">
                  <a:moveTo>
                    <a:pt x="1507411" y="4102099"/>
                  </a:moveTo>
                  <a:lnTo>
                    <a:pt x="922617" y="4102099"/>
                  </a:lnTo>
                  <a:lnTo>
                    <a:pt x="884396" y="4089399"/>
                  </a:lnTo>
                  <a:lnTo>
                    <a:pt x="846113" y="4089399"/>
                  </a:lnTo>
                  <a:lnTo>
                    <a:pt x="807615" y="4076699"/>
                  </a:lnTo>
                  <a:lnTo>
                    <a:pt x="1507411" y="4076699"/>
                  </a:lnTo>
                  <a:lnTo>
                    <a:pt x="1507411" y="4102099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813654" y="798668"/>
              <a:ext cx="1474470" cy="3285490"/>
            </a:xfrm>
            <a:custGeom>
              <a:avLst/>
              <a:gdLst/>
              <a:ahLst/>
              <a:cxnLst/>
              <a:rect l="l" t="t" r="r" b="b"/>
              <a:pathLst>
                <a:path w="1474469" h="3285490">
                  <a:moveTo>
                    <a:pt x="1474344" y="3285043"/>
                  </a:moveTo>
                  <a:lnTo>
                    <a:pt x="83478" y="3273439"/>
                  </a:lnTo>
                  <a:lnTo>
                    <a:pt x="55265" y="2873160"/>
                  </a:lnTo>
                  <a:lnTo>
                    <a:pt x="34852" y="2514280"/>
                  </a:lnTo>
                  <a:lnTo>
                    <a:pt x="18823" y="2147482"/>
                  </a:lnTo>
                  <a:lnTo>
                    <a:pt x="7596" y="1775122"/>
                  </a:lnTo>
                  <a:lnTo>
                    <a:pt x="1406" y="1409984"/>
                  </a:lnTo>
                  <a:lnTo>
                    <a:pt x="0" y="1051909"/>
                  </a:lnTo>
                  <a:lnTo>
                    <a:pt x="4026" y="651617"/>
                  </a:lnTo>
                  <a:lnTo>
                    <a:pt x="13814" y="261185"/>
                  </a:lnTo>
                  <a:lnTo>
                    <a:pt x="22742" y="22321"/>
                  </a:lnTo>
                  <a:lnTo>
                    <a:pt x="228139" y="11674"/>
                  </a:lnTo>
                  <a:lnTo>
                    <a:pt x="382972" y="5901"/>
                  </a:lnTo>
                  <a:lnTo>
                    <a:pt x="558528" y="1606"/>
                  </a:lnTo>
                  <a:lnTo>
                    <a:pt x="686230" y="0"/>
                  </a:lnTo>
                  <a:lnTo>
                    <a:pt x="867122" y="116"/>
                  </a:lnTo>
                  <a:lnTo>
                    <a:pt x="1030313" y="2742"/>
                  </a:lnTo>
                  <a:lnTo>
                    <a:pt x="1474344" y="18883"/>
                  </a:lnTo>
                  <a:lnTo>
                    <a:pt x="1474344" y="3285043"/>
                  </a:lnTo>
                  <a:close/>
                </a:path>
              </a:pathLst>
            </a:custGeom>
            <a:solidFill>
              <a:srgbClr val="E2D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80584" y="994"/>
              <a:ext cx="3908268" cy="41020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1476" y="1028700"/>
              <a:ext cx="11182349" cy="8229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49037" y="4205798"/>
            <a:ext cx="4116704" cy="46431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-76835" algn="ctr">
              <a:lnSpc>
                <a:spcPts val="6030"/>
              </a:lnSpc>
              <a:spcBef>
                <a:spcPts val="434"/>
              </a:spcBef>
            </a:pPr>
            <a:r>
              <a:rPr sz="5150" spc="120" dirty="0">
                <a:solidFill>
                  <a:srgbClr val="866154"/>
                </a:solidFill>
                <a:latin typeface="Calibri"/>
                <a:cs typeface="Calibri"/>
              </a:rPr>
              <a:t>Sakshi</a:t>
            </a:r>
            <a:r>
              <a:rPr sz="51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5150" spc="-10" dirty="0">
                <a:solidFill>
                  <a:srgbClr val="866154"/>
                </a:solidFill>
                <a:latin typeface="Calibri"/>
                <a:cs typeface="Calibri"/>
              </a:rPr>
              <a:t>Pandey </a:t>
            </a:r>
            <a:r>
              <a:rPr sz="5150" spc="120" dirty="0">
                <a:solidFill>
                  <a:srgbClr val="866154"/>
                </a:solidFill>
                <a:latin typeface="Calibri"/>
                <a:cs typeface="Calibri"/>
              </a:rPr>
              <a:t>Sakshi</a:t>
            </a:r>
            <a:r>
              <a:rPr sz="51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5150" spc="65" dirty="0">
                <a:solidFill>
                  <a:srgbClr val="866154"/>
                </a:solidFill>
                <a:latin typeface="Calibri"/>
                <a:cs typeface="Calibri"/>
              </a:rPr>
              <a:t>Tulsyan </a:t>
            </a:r>
            <a:r>
              <a:rPr sz="5150" dirty="0">
                <a:solidFill>
                  <a:srgbClr val="866154"/>
                </a:solidFill>
                <a:latin typeface="Calibri"/>
                <a:cs typeface="Calibri"/>
              </a:rPr>
              <a:t>Sapna</a:t>
            </a:r>
            <a:r>
              <a:rPr sz="5150" spc="4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5150" spc="70" dirty="0">
                <a:solidFill>
                  <a:srgbClr val="866154"/>
                </a:solidFill>
                <a:latin typeface="Calibri"/>
                <a:cs typeface="Calibri"/>
              </a:rPr>
              <a:t>Saini </a:t>
            </a:r>
            <a:r>
              <a:rPr sz="5150" dirty="0">
                <a:solidFill>
                  <a:srgbClr val="866154"/>
                </a:solidFill>
                <a:latin typeface="Calibri"/>
                <a:cs typeface="Calibri"/>
              </a:rPr>
              <a:t>Tanishka</a:t>
            </a:r>
            <a:r>
              <a:rPr sz="5150" spc="3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5150" spc="-10" dirty="0">
                <a:solidFill>
                  <a:srgbClr val="866154"/>
                </a:solidFill>
                <a:latin typeface="Calibri"/>
                <a:cs typeface="Calibri"/>
              </a:rPr>
              <a:t>Singh </a:t>
            </a:r>
            <a:r>
              <a:rPr sz="5150" spc="-20" dirty="0">
                <a:solidFill>
                  <a:srgbClr val="866154"/>
                </a:solidFill>
                <a:latin typeface="Calibri"/>
                <a:cs typeface="Calibri"/>
              </a:rPr>
              <a:t>Royal</a:t>
            </a:r>
            <a:endParaRPr sz="5150">
              <a:latin typeface="Calibri"/>
              <a:cs typeface="Calibri"/>
            </a:endParaRPr>
          </a:p>
          <a:p>
            <a:pPr marL="81280" algn="ctr">
              <a:lnSpc>
                <a:spcPts val="5870"/>
              </a:lnSpc>
            </a:pPr>
            <a:r>
              <a:rPr sz="5150" spc="-10" dirty="0">
                <a:solidFill>
                  <a:srgbClr val="866154"/>
                </a:solidFill>
                <a:latin typeface="Calibri"/>
                <a:cs typeface="Calibri"/>
              </a:rPr>
              <a:t>Rishank</a:t>
            </a:r>
            <a:endParaRPr sz="51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84941" y="2431888"/>
            <a:ext cx="5539740" cy="1742439"/>
          </a:xfrm>
          <a:custGeom>
            <a:avLst/>
            <a:gdLst/>
            <a:ahLst/>
            <a:cxnLst/>
            <a:rect l="l" t="t" r="r" b="b"/>
            <a:pathLst>
              <a:path w="5539740" h="1742439">
                <a:moveTo>
                  <a:pt x="2257005" y="1742394"/>
                </a:moveTo>
                <a:lnTo>
                  <a:pt x="2207540" y="1741897"/>
                </a:lnTo>
                <a:lnTo>
                  <a:pt x="2113893" y="1739404"/>
                </a:lnTo>
                <a:lnTo>
                  <a:pt x="2025613" y="1739050"/>
                </a:lnTo>
                <a:lnTo>
                  <a:pt x="1981515" y="1738421"/>
                </a:lnTo>
                <a:lnTo>
                  <a:pt x="1951190" y="1736911"/>
                </a:lnTo>
                <a:lnTo>
                  <a:pt x="1920876" y="1734510"/>
                </a:lnTo>
                <a:lnTo>
                  <a:pt x="1890540" y="1731830"/>
                </a:lnTo>
                <a:lnTo>
                  <a:pt x="1860150" y="1729482"/>
                </a:lnTo>
                <a:lnTo>
                  <a:pt x="1839228" y="1728322"/>
                </a:lnTo>
                <a:lnTo>
                  <a:pt x="1797297" y="1726903"/>
                </a:lnTo>
                <a:lnTo>
                  <a:pt x="1776375" y="1726388"/>
                </a:lnTo>
                <a:lnTo>
                  <a:pt x="1764209" y="1726513"/>
                </a:lnTo>
                <a:lnTo>
                  <a:pt x="1752022" y="1727047"/>
                </a:lnTo>
                <a:lnTo>
                  <a:pt x="1739920" y="1727194"/>
                </a:lnTo>
                <a:lnTo>
                  <a:pt x="1728012" y="1726159"/>
                </a:lnTo>
                <a:lnTo>
                  <a:pt x="1681213" y="1721100"/>
                </a:lnTo>
                <a:lnTo>
                  <a:pt x="1634253" y="1719125"/>
                </a:lnTo>
                <a:lnTo>
                  <a:pt x="1587270" y="1717601"/>
                </a:lnTo>
                <a:lnTo>
                  <a:pt x="1540407" y="1713896"/>
                </a:lnTo>
                <a:lnTo>
                  <a:pt x="1492959" y="1708363"/>
                </a:lnTo>
                <a:lnTo>
                  <a:pt x="1294195" y="1686979"/>
                </a:lnTo>
                <a:lnTo>
                  <a:pt x="1266044" y="1683689"/>
                </a:lnTo>
                <a:lnTo>
                  <a:pt x="1237968" y="1679744"/>
                </a:lnTo>
                <a:lnTo>
                  <a:pt x="1187100" y="1671017"/>
                </a:lnTo>
                <a:lnTo>
                  <a:pt x="1136329" y="1661666"/>
                </a:lnTo>
                <a:lnTo>
                  <a:pt x="1085493" y="1652960"/>
                </a:lnTo>
                <a:lnTo>
                  <a:pt x="1034432" y="1646166"/>
                </a:lnTo>
                <a:lnTo>
                  <a:pt x="991024" y="1639694"/>
                </a:lnTo>
                <a:lnTo>
                  <a:pt x="948379" y="1630494"/>
                </a:lnTo>
                <a:lnTo>
                  <a:pt x="863787" y="1609492"/>
                </a:lnTo>
                <a:lnTo>
                  <a:pt x="755745" y="1584666"/>
                </a:lnTo>
                <a:lnTo>
                  <a:pt x="701853" y="1571829"/>
                </a:lnTo>
                <a:lnTo>
                  <a:pt x="648218" y="1558036"/>
                </a:lnTo>
                <a:lnTo>
                  <a:pt x="585516" y="1537235"/>
                </a:lnTo>
                <a:lnTo>
                  <a:pt x="554503" y="1525481"/>
                </a:lnTo>
                <a:lnTo>
                  <a:pt x="523415" y="1514028"/>
                </a:lnTo>
                <a:lnTo>
                  <a:pt x="515708" y="1511537"/>
                </a:lnTo>
                <a:lnTo>
                  <a:pt x="492243" y="1505204"/>
                </a:lnTo>
                <a:lnTo>
                  <a:pt x="483331" y="1503193"/>
                </a:lnTo>
                <a:lnTo>
                  <a:pt x="474322" y="1501407"/>
                </a:lnTo>
                <a:lnTo>
                  <a:pt x="465506" y="1499257"/>
                </a:lnTo>
                <a:lnTo>
                  <a:pt x="378327" y="1459247"/>
                </a:lnTo>
                <a:lnTo>
                  <a:pt x="339204" y="1440195"/>
                </a:lnTo>
                <a:lnTo>
                  <a:pt x="300511" y="1420282"/>
                </a:lnTo>
                <a:lnTo>
                  <a:pt x="262919" y="1399337"/>
                </a:lnTo>
                <a:lnTo>
                  <a:pt x="226520" y="1376575"/>
                </a:lnTo>
                <a:lnTo>
                  <a:pt x="191647" y="1351257"/>
                </a:lnTo>
                <a:lnTo>
                  <a:pt x="158632" y="1322640"/>
                </a:lnTo>
                <a:lnTo>
                  <a:pt x="113793" y="1281684"/>
                </a:lnTo>
                <a:lnTo>
                  <a:pt x="71877" y="1237719"/>
                </a:lnTo>
                <a:lnTo>
                  <a:pt x="41278" y="1193196"/>
                </a:lnTo>
                <a:lnTo>
                  <a:pt x="19211" y="1147445"/>
                </a:lnTo>
                <a:lnTo>
                  <a:pt x="5507" y="1100617"/>
                </a:lnTo>
                <a:lnTo>
                  <a:pt x="0" y="1052858"/>
                </a:lnTo>
                <a:lnTo>
                  <a:pt x="2518" y="1004317"/>
                </a:lnTo>
                <a:lnTo>
                  <a:pt x="12896" y="955143"/>
                </a:lnTo>
                <a:lnTo>
                  <a:pt x="30964" y="905483"/>
                </a:lnTo>
                <a:lnTo>
                  <a:pt x="62895" y="843612"/>
                </a:lnTo>
                <a:lnTo>
                  <a:pt x="125078" y="776107"/>
                </a:lnTo>
                <a:lnTo>
                  <a:pt x="137860" y="760481"/>
                </a:lnTo>
                <a:lnTo>
                  <a:pt x="163789" y="729338"/>
                </a:lnTo>
                <a:lnTo>
                  <a:pt x="198565" y="696936"/>
                </a:lnTo>
                <a:lnTo>
                  <a:pt x="234644" y="666289"/>
                </a:lnTo>
                <a:lnTo>
                  <a:pt x="272104" y="637526"/>
                </a:lnTo>
                <a:lnTo>
                  <a:pt x="311025" y="610778"/>
                </a:lnTo>
                <a:lnTo>
                  <a:pt x="351487" y="586176"/>
                </a:lnTo>
                <a:lnTo>
                  <a:pt x="393569" y="563850"/>
                </a:lnTo>
                <a:lnTo>
                  <a:pt x="400904" y="560297"/>
                </a:lnTo>
                <a:lnTo>
                  <a:pt x="407780" y="555828"/>
                </a:lnTo>
                <a:lnTo>
                  <a:pt x="488060" y="509442"/>
                </a:lnTo>
                <a:lnTo>
                  <a:pt x="524797" y="488513"/>
                </a:lnTo>
                <a:lnTo>
                  <a:pt x="561922" y="468271"/>
                </a:lnTo>
                <a:lnTo>
                  <a:pt x="607448" y="446969"/>
                </a:lnTo>
                <a:lnTo>
                  <a:pt x="742694" y="392933"/>
                </a:lnTo>
                <a:lnTo>
                  <a:pt x="787119" y="375831"/>
                </a:lnTo>
                <a:lnTo>
                  <a:pt x="831813" y="359512"/>
                </a:lnTo>
                <a:lnTo>
                  <a:pt x="880876" y="342671"/>
                </a:lnTo>
                <a:lnTo>
                  <a:pt x="930186" y="326549"/>
                </a:lnTo>
                <a:lnTo>
                  <a:pt x="979646" y="310922"/>
                </a:lnTo>
                <a:lnTo>
                  <a:pt x="1029160" y="295563"/>
                </a:lnTo>
                <a:lnTo>
                  <a:pt x="1092908" y="276826"/>
                </a:lnTo>
                <a:lnTo>
                  <a:pt x="1157172" y="259807"/>
                </a:lnTo>
                <a:lnTo>
                  <a:pt x="1199477" y="254231"/>
                </a:lnTo>
                <a:lnTo>
                  <a:pt x="1213443" y="251785"/>
                </a:lnTo>
                <a:lnTo>
                  <a:pt x="1252945" y="242058"/>
                </a:lnTo>
                <a:lnTo>
                  <a:pt x="1292319" y="231901"/>
                </a:lnTo>
                <a:lnTo>
                  <a:pt x="1331735" y="222002"/>
                </a:lnTo>
                <a:lnTo>
                  <a:pt x="1371366" y="213049"/>
                </a:lnTo>
                <a:lnTo>
                  <a:pt x="1419269" y="203614"/>
                </a:lnTo>
                <a:lnTo>
                  <a:pt x="1467332" y="194984"/>
                </a:lnTo>
                <a:lnTo>
                  <a:pt x="1588590" y="174307"/>
                </a:lnTo>
                <a:lnTo>
                  <a:pt x="1638787" y="166289"/>
                </a:lnTo>
                <a:lnTo>
                  <a:pt x="1763636" y="148420"/>
                </a:lnTo>
                <a:lnTo>
                  <a:pt x="1813507" y="141483"/>
                </a:lnTo>
                <a:lnTo>
                  <a:pt x="1863433" y="134920"/>
                </a:lnTo>
                <a:lnTo>
                  <a:pt x="1913441" y="128930"/>
                </a:lnTo>
                <a:lnTo>
                  <a:pt x="1960668" y="123751"/>
                </a:lnTo>
                <a:lnTo>
                  <a:pt x="2007917" y="118866"/>
                </a:lnTo>
                <a:lnTo>
                  <a:pt x="2055191" y="114261"/>
                </a:lnTo>
                <a:lnTo>
                  <a:pt x="2102494" y="109923"/>
                </a:lnTo>
                <a:lnTo>
                  <a:pt x="2149829" y="105839"/>
                </a:lnTo>
                <a:lnTo>
                  <a:pt x="2197199" y="101998"/>
                </a:lnTo>
                <a:lnTo>
                  <a:pt x="2247340" y="98379"/>
                </a:lnTo>
                <a:lnTo>
                  <a:pt x="2297502" y="95245"/>
                </a:lnTo>
                <a:lnTo>
                  <a:pt x="2448066" y="86985"/>
                </a:lnTo>
                <a:lnTo>
                  <a:pt x="2454796" y="87055"/>
                </a:lnTo>
                <a:lnTo>
                  <a:pt x="2461676" y="88231"/>
                </a:lnTo>
                <a:lnTo>
                  <a:pt x="2468856" y="90933"/>
                </a:lnTo>
                <a:lnTo>
                  <a:pt x="2476488" y="95580"/>
                </a:lnTo>
                <a:lnTo>
                  <a:pt x="2448998" y="104534"/>
                </a:lnTo>
                <a:lnTo>
                  <a:pt x="2435215" y="108683"/>
                </a:lnTo>
                <a:lnTo>
                  <a:pt x="2421249" y="111854"/>
                </a:lnTo>
                <a:lnTo>
                  <a:pt x="2039516" y="179694"/>
                </a:lnTo>
                <a:lnTo>
                  <a:pt x="1991830" y="188409"/>
                </a:lnTo>
                <a:lnTo>
                  <a:pt x="1935917" y="199312"/>
                </a:lnTo>
                <a:lnTo>
                  <a:pt x="1824480" y="222881"/>
                </a:lnTo>
                <a:lnTo>
                  <a:pt x="1768697" y="234365"/>
                </a:lnTo>
                <a:lnTo>
                  <a:pt x="1742836" y="239116"/>
                </a:lnTo>
                <a:lnTo>
                  <a:pt x="1664866" y="251670"/>
                </a:lnTo>
                <a:lnTo>
                  <a:pt x="1657012" y="253409"/>
                </a:lnTo>
                <a:lnTo>
                  <a:pt x="1641433" y="257875"/>
                </a:lnTo>
                <a:lnTo>
                  <a:pt x="1633579" y="259807"/>
                </a:lnTo>
                <a:lnTo>
                  <a:pt x="1577060" y="271104"/>
                </a:lnTo>
                <a:lnTo>
                  <a:pt x="1558284" y="275164"/>
                </a:lnTo>
                <a:lnTo>
                  <a:pt x="1541597" y="279288"/>
                </a:lnTo>
                <a:lnTo>
                  <a:pt x="1508437" y="288266"/>
                </a:lnTo>
                <a:lnTo>
                  <a:pt x="1491814" y="292583"/>
                </a:lnTo>
                <a:lnTo>
                  <a:pt x="1448183" y="302764"/>
                </a:lnTo>
                <a:lnTo>
                  <a:pt x="1404487" y="312653"/>
                </a:lnTo>
                <a:lnTo>
                  <a:pt x="1361048" y="323252"/>
                </a:lnTo>
                <a:lnTo>
                  <a:pt x="1318190" y="335560"/>
                </a:lnTo>
                <a:lnTo>
                  <a:pt x="1285648" y="344467"/>
                </a:lnTo>
                <a:lnTo>
                  <a:pt x="1252794" y="351891"/>
                </a:lnTo>
                <a:lnTo>
                  <a:pt x="1220349" y="359573"/>
                </a:lnTo>
                <a:lnTo>
                  <a:pt x="1189032" y="369253"/>
                </a:lnTo>
                <a:lnTo>
                  <a:pt x="1137204" y="386784"/>
                </a:lnTo>
                <a:lnTo>
                  <a:pt x="1084958" y="402402"/>
                </a:lnTo>
                <a:lnTo>
                  <a:pt x="1032689" y="417634"/>
                </a:lnTo>
                <a:lnTo>
                  <a:pt x="980797" y="434004"/>
                </a:lnTo>
                <a:lnTo>
                  <a:pt x="950365" y="444856"/>
                </a:lnTo>
                <a:lnTo>
                  <a:pt x="890015" y="468235"/>
                </a:lnTo>
                <a:lnTo>
                  <a:pt x="859776" y="479731"/>
                </a:lnTo>
                <a:lnTo>
                  <a:pt x="818046" y="494687"/>
                </a:lnTo>
                <a:lnTo>
                  <a:pt x="776230" y="509385"/>
                </a:lnTo>
                <a:lnTo>
                  <a:pt x="734586" y="524469"/>
                </a:lnTo>
                <a:lnTo>
                  <a:pt x="693372" y="540585"/>
                </a:lnTo>
                <a:lnTo>
                  <a:pt x="669799" y="551904"/>
                </a:lnTo>
                <a:lnTo>
                  <a:pt x="646957" y="564953"/>
                </a:lnTo>
                <a:lnTo>
                  <a:pt x="624201" y="578281"/>
                </a:lnTo>
                <a:lnTo>
                  <a:pt x="600887" y="590438"/>
                </a:lnTo>
                <a:lnTo>
                  <a:pt x="553507" y="612464"/>
                </a:lnTo>
                <a:lnTo>
                  <a:pt x="506439" y="635048"/>
                </a:lnTo>
                <a:lnTo>
                  <a:pt x="460209" y="659222"/>
                </a:lnTo>
                <a:lnTo>
                  <a:pt x="415344" y="686017"/>
                </a:lnTo>
                <a:lnTo>
                  <a:pt x="354022" y="730852"/>
                </a:lnTo>
                <a:lnTo>
                  <a:pt x="333402" y="745497"/>
                </a:lnTo>
                <a:lnTo>
                  <a:pt x="290723" y="778914"/>
                </a:lnTo>
                <a:lnTo>
                  <a:pt x="251976" y="816436"/>
                </a:lnTo>
                <a:lnTo>
                  <a:pt x="214948" y="855763"/>
                </a:lnTo>
                <a:lnTo>
                  <a:pt x="177427" y="894596"/>
                </a:lnTo>
                <a:lnTo>
                  <a:pt x="149530" y="944363"/>
                </a:lnTo>
                <a:lnTo>
                  <a:pt x="131442" y="1014163"/>
                </a:lnTo>
                <a:lnTo>
                  <a:pt x="130592" y="1062507"/>
                </a:lnTo>
                <a:lnTo>
                  <a:pt x="140438" y="1107630"/>
                </a:lnTo>
                <a:lnTo>
                  <a:pt x="160694" y="1149343"/>
                </a:lnTo>
                <a:lnTo>
                  <a:pt x="191074" y="1187459"/>
                </a:lnTo>
                <a:lnTo>
                  <a:pt x="231290" y="1221789"/>
                </a:lnTo>
                <a:lnTo>
                  <a:pt x="248329" y="1235696"/>
                </a:lnTo>
                <a:lnTo>
                  <a:pt x="264626" y="1250440"/>
                </a:lnTo>
                <a:lnTo>
                  <a:pt x="281847" y="1264239"/>
                </a:lnTo>
                <a:lnTo>
                  <a:pt x="301657" y="1275309"/>
                </a:lnTo>
                <a:lnTo>
                  <a:pt x="330843" y="1288650"/>
                </a:lnTo>
                <a:lnTo>
                  <a:pt x="359460" y="1303301"/>
                </a:lnTo>
                <a:lnTo>
                  <a:pt x="416146" y="1333871"/>
                </a:lnTo>
                <a:lnTo>
                  <a:pt x="426476" y="1340001"/>
                </a:lnTo>
                <a:lnTo>
                  <a:pt x="436559" y="1346635"/>
                </a:lnTo>
                <a:lnTo>
                  <a:pt x="446750" y="1352905"/>
                </a:lnTo>
                <a:lnTo>
                  <a:pt x="492398" y="1370640"/>
                </a:lnTo>
                <a:lnTo>
                  <a:pt x="648084" y="1423142"/>
                </a:lnTo>
                <a:lnTo>
                  <a:pt x="698085" y="1439636"/>
                </a:lnTo>
                <a:lnTo>
                  <a:pt x="748193" y="1455765"/>
                </a:lnTo>
                <a:lnTo>
                  <a:pt x="798463" y="1471281"/>
                </a:lnTo>
                <a:lnTo>
                  <a:pt x="852799" y="1485177"/>
                </a:lnTo>
                <a:lnTo>
                  <a:pt x="907909" y="1496150"/>
                </a:lnTo>
                <a:lnTo>
                  <a:pt x="1056436" y="1521248"/>
                </a:lnTo>
                <a:lnTo>
                  <a:pt x="1152330" y="1536362"/>
                </a:lnTo>
                <a:lnTo>
                  <a:pt x="1200256" y="1544182"/>
                </a:lnTo>
                <a:lnTo>
                  <a:pt x="1248053" y="1552764"/>
                </a:lnTo>
                <a:lnTo>
                  <a:pt x="1286710" y="1559366"/>
                </a:lnTo>
                <a:lnTo>
                  <a:pt x="1325496" y="1564583"/>
                </a:lnTo>
                <a:lnTo>
                  <a:pt x="1364411" y="1568703"/>
                </a:lnTo>
                <a:lnTo>
                  <a:pt x="1403455" y="1572018"/>
                </a:lnTo>
                <a:lnTo>
                  <a:pt x="1411343" y="1573112"/>
                </a:lnTo>
                <a:lnTo>
                  <a:pt x="1419199" y="1574926"/>
                </a:lnTo>
                <a:lnTo>
                  <a:pt x="1442764" y="1581071"/>
                </a:lnTo>
                <a:lnTo>
                  <a:pt x="1450901" y="1585426"/>
                </a:lnTo>
                <a:lnTo>
                  <a:pt x="1458465" y="1584624"/>
                </a:lnTo>
                <a:lnTo>
                  <a:pt x="1515382" y="1582749"/>
                </a:lnTo>
                <a:lnTo>
                  <a:pt x="1571793" y="1586988"/>
                </a:lnTo>
                <a:lnTo>
                  <a:pt x="1627926" y="1594600"/>
                </a:lnTo>
                <a:lnTo>
                  <a:pt x="1684005" y="1602846"/>
                </a:lnTo>
                <a:lnTo>
                  <a:pt x="1694136" y="1603757"/>
                </a:lnTo>
                <a:lnTo>
                  <a:pt x="1724918" y="1604451"/>
                </a:lnTo>
                <a:lnTo>
                  <a:pt x="1812189" y="1609952"/>
                </a:lnTo>
                <a:lnTo>
                  <a:pt x="1855813" y="1612509"/>
                </a:lnTo>
                <a:lnTo>
                  <a:pt x="1899459" y="1614421"/>
                </a:lnTo>
                <a:lnTo>
                  <a:pt x="1933704" y="1614987"/>
                </a:lnTo>
                <a:lnTo>
                  <a:pt x="2002280" y="1614357"/>
                </a:lnTo>
                <a:lnTo>
                  <a:pt x="2036525" y="1614536"/>
                </a:lnTo>
                <a:lnTo>
                  <a:pt x="2072006" y="1615667"/>
                </a:lnTo>
                <a:lnTo>
                  <a:pt x="2142924" y="1618919"/>
                </a:lnTo>
                <a:lnTo>
                  <a:pt x="2178405" y="1619922"/>
                </a:lnTo>
                <a:lnTo>
                  <a:pt x="2216054" y="1620065"/>
                </a:lnTo>
                <a:lnTo>
                  <a:pt x="2351542" y="1618631"/>
                </a:lnTo>
                <a:lnTo>
                  <a:pt x="2373975" y="1618561"/>
                </a:lnTo>
                <a:lnTo>
                  <a:pt x="2396409" y="1618856"/>
                </a:lnTo>
                <a:lnTo>
                  <a:pt x="2418843" y="1619807"/>
                </a:lnTo>
                <a:lnTo>
                  <a:pt x="2461300" y="1621140"/>
                </a:lnTo>
                <a:lnTo>
                  <a:pt x="2503649" y="1620409"/>
                </a:lnTo>
                <a:lnTo>
                  <a:pt x="2545999" y="1618260"/>
                </a:lnTo>
                <a:lnTo>
                  <a:pt x="2588456" y="1615338"/>
                </a:lnTo>
                <a:lnTo>
                  <a:pt x="2634531" y="1613004"/>
                </a:lnTo>
                <a:lnTo>
                  <a:pt x="2680716" y="1612211"/>
                </a:lnTo>
                <a:lnTo>
                  <a:pt x="2773197" y="1612055"/>
                </a:lnTo>
                <a:lnTo>
                  <a:pt x="2819382" y="1611097"/>
                </a:lnTo>
                <a:lnTo>
                  <a:pt x="2855722" y="1608863"/>
                </a:lnTo>
                <a:lnTo>
                  <a:pt x="2892041" y="1605339"/>
                </a:lnTo>
                <a:lnTo>
                  <a:pt x="2928359" y="1601428"/>
                </a:lnTo>
                <a:lnTo>
                  <a:pt x="2964699" y="1598032"/>
                </a:lnTo>
                <a:lnTo>
                  <a:pt x="2993941" y="1596081"/>
                </a:lnTo>
                <a:lnTo>
                  <a:pt x="3119901" y="1589924"/>
                </a:lnTo>
                <a:lnTo>
                  <a:pt x="3138954" y="1588828"/>
                </a:lnTo>
                <a:lnTo>
                  <a:pt x="3251849" y="1577365"/>
                </a:lnTo>
                <a:lnTo>
                  <a:pt x="3345779" y="1566965"/>
                </a:lnTo>
                <a:lnTo>
                  <a:pt x="3392743" y="1561589"/>
                </a:lnTo>
                <a:lnTo>
                  <a:pt x="3439141" y="1555862"/>
                </a:lnTo>
                <a:lnTo>
                  <a:pt x="3531938" y="1543893"/>
                </a:lnTo>
                <a:lnTo>
                  <a:pt x="3625848" y="1533249"/>
                </a:lnTo>
                <a:lnTo>
                  <a:pt x="3673162" y="1527285"/>
                </a:lnTo>
                <a:lnTo>
                  <a:pt x="3720351" y="1520524"/>
                </a:lnTo>
                <a:lnTo>
                  <a:pt x="3767418" y="1512827"/>
                </a:lnTo>
                <a:lnTo>
                  <a:pt x="3814369" y="1504057"/>
                </a:lnTo>
                <a:lnTo>
                  <a:pt x="3848278" y="1497958"/>
                </a:lnTo>
                <a:lnTo>
                  <a:pt x="3916481" y="1487651"/>
                </a:lnTo>
                <a:lnTo>
                  <a:pt x="3996460" y="1473172"/>
                </a:lnTo>
                <a:lnTo>
                  <a:pt x="4042316" y="1464061"/>
                </a:lnTo>
                <a:lnTo>
                  <a:pt x="4088086" y="1454606"/>
                </a:lnTo>
                <a:lnTo>
                  <a:pt x="4230300" y="1423818"/>
                </a:lnTo>
                <a:lnTo>
                  <a:pt x="4278483" y="1413048"/>
                </a:lnTo>
                <a:lnTo>
                  <a:pt x="4326545" y="1401816"/>
                </a:lnTo>
                <a:lnTo>
                  <a:pt x="4374437" y="1389912"/>
                </a:lnTo>
                <a:lnTo>
                  <a:pt x="4424704" y="1376658"/>
                </a:lnTo>
                <a:lnTo>
                  <a:pt x="4474844" y="1362815"/>
                </a:lnTo>
                <a:lnTo>
                  <a:pt x="4524869" y="1348482"/>
                </a:lnTo>
                <a:lnTo>
                  <a:pt x="4574789" y="1333759"/>
                </a:lnTo>
                <a:lnTo>
                  <a:pt x="4624616" y="1318744"/>
                </a:lnTo>
                <a:lnTo>
                  <a:pt x="4672982" y="1303609"/>
                </a:lnTo>
                <a:lnTo>
                  <a:pt x="4721044" y="1287629"/>
                </a:lnTo>
                <a:lnTo>
                  <a:pt x="4768796" y="1270814"/>
                </a:lnTo>
                <a:lnTo>
                  <a:pt x="4816231" y="1253175"/>
                </a:lnTo>
                <a:lnTo>
                  <a:pt x="4863342" y="1234725"/>
                </a:lnTo>
                <a:lnTo>
                  <a:pt x="4910123" y="1215473"/>
                </a:lnTo>
                <a:lnTo>
                  <a:pt x="4956568" y="1195432"/>
                </a:lnTo>
                <a:lnTo>
                  <a:pt x="5002669" y="1174613"/>
                </a:lnTo>
                <a:lnTo>
                  <a:pt x="5048420" y="1153027"/>
                </a:lnTo>
                <a:lnTo>
                  <a:pt x="5091702" y="1131507"/>
                </a:lnTo>
                <a:lnTo>
                  <a:pt x="5134280" y="1108767"/>
                </a:lnTo>
                <a:lnTo>
                  <a:pt x="5175987" y="1084616"/>
                </a:lnTo>
                <a:lnTo>
                  <a:pt x="5216658" y="1058866"/>
                </a:lnTo>
                <a:lnTo>
                  <a:pt x="5256126" y="1031327"/>
                </a:lnTo>
                <a:lnTo>
                  <a:pt x="5294223" y="1001810"/>
                </a:lnTo>
                <a:lnTo>
                  <a:pt x="5330784" y="970125"/>
                </a:lnTo>
                <a:lnTo>
                  <a:pt x="5365643" y="936083"/>
                </a:lnTo>
                <a:lnTo>
                  <a:pt x="5397099" y="899386"/>
                </a:lnTo>
                <a:lnTo>
                  <a:pt x="5423045" y="859370"/>
                </a:lnTo>
                <a:lnTo>
                  <a:pt x="5441920" y="815937"/>
                </a:lnTo>
                <a:lnTo>
                  <a:pt x="5452168" y="768991"/>
                </a:lnTo>
                <a:lnTo>
                  <a:pt x="5453232" y="730511"/>
                </a:lnTo>
                <a:lnTo>
                  <a:pt x="5447870" y="692536"/>
                </a:lnTo>
                <a:lnTo>
                  <a:pt x="5436149" y="655743"/>
                </a:lnTo>
                <a:lnTo>
                  <a:pt x="5418131" y="620809"/>
                </a:lnTo>
                <a:lnTo>
                  <a:pt x="5390993" y="581421"/>
                </a:lnTo>
                <a:lnTo>
                  <a:pt x="5361080" y="544984"/>
                </a:lnTo>
                <a:lnTo>
                  <a:pt x="5328574" y="511348"/>
                </a:lnTo>
                <a:lnTo>
                  <a:pt x="5293660" y="480362"/>
                </a:lnTo>
                <a:lnTo>
                  <a:pt x="5256523" y="451875"/>
                </a:lnTo>
                <a:lnTo>
                  <a:pt x="5217347" y="425739"/>
                </a:lnTo>
                <a:lnTo>
                  <a:pt x="5176317" y="401801"/>
                </a:lnTo>
                <a:lnTo>
                  <a:pt x="5134107" y="378899"/>
                </a:lnTo>
                <a:lnTo>
                  <a:pt x="5091573" y="356519"/>
                </a:lnTo>
                <a:lnTo>
                  <a:pt x="5048610" y="335047"/>
                </a:lnTo>
                <a:lnTo>
                  <a:pt x="5005112" y="314868"/>
                </a:lnTo>
                <a:lnTo>
                  <a:pt x="4960977" y="296366"/>
                </a:lnTo>
                <a:lnTo>
                  <a:pt x="4909967" y="277408"/>
                </a:lnTo>
                <a:lnTo>
                  <a:pt x="4858307" y="260056"/>
                </a:lnTo>
                <a:lnTo>
                  <a:pt x="4806229" y="243771"/>
                </a:lnTo>
                <a:lnTo>
                  <a:pt x="4701744" y="212247"/>
                </a:lnTo>
                <a:lnTo>
                  <a:pt x="4637523" y="194842"/>
                </a:lnTo>
                <a:lnTo>
                  <a:pt x="4525735" y="168697"/>
                </a:lnTo>
                <a:lnTo>
                  <a:pt x="4478747" y="158069"/>
                </a:lnTo>
                <a:lnTo>
                  <a:pt x="4431638" y="148098"/>
                </a:lnTo>
                <a:lnTo>
                  <a:pt x="4384309" y="139177"/>
                </a:lnTo>
                <a:lnTo>
                  <a:pt x="4336662" y="131701"/>
                </a:lnTo>
                <a:lnTo>
                  <a:pt x="4288598" y="126065"/>
                </a:lnTo>
                <a:lnTo>
                  <a:pt x="4239220" y="120666"/>
                </a:lnTo>
                <a:lnTo>
                  <a:pt x="4189935" y="114172"/>
                </a:lnTo>
                <a:lnTo>
                  <a:pt x="4091469" y="100013"/>
                </a:lnTo>
                <a:lnTo>
                  <a:pt x="4042201" y="93403"/>
                </a:lnTo>
                <a:lnTo>
                  <a:pt x="3971189" y="85868"/>
                </a:lnTo>
                <a:lnTo>
                  <a:pt x="3900092" y="79536"/>
                </a:lnTo>
                <a:lnTo>
                  <a:pt x="3747077" y="65294"/>
                </a:lnTo>
                <a:lnTo>
                  <a:pt x="3696050" y="61064"/>
                </a:lnTo>
                <a:lnTo>
                  <a:pt x="3644985" y="57532"/>
                </a:lnTo>
                <a:lnTo>
                  <a:pt x="3593272" y="55321"/>
                </a:lnTo>
                <a:lnTo>
                  <a:pt x="3541483" y="54366"/>
                </a:lnTo>
                <a:lnTo>
                  <a:pt x="3489674" y="53906"/>
                </a:lnTo>
                <a:lnTo>
                  <a:pt x="3437896" y="53177"/>
                </a:lnTo>
                <a:lnTo>
                  <a:pt x="3183370" y="47070"/>
                </a:lnTo>
                <a:lnTo>
                  <a:pt x="3132478" y="46186"/>
                </a:lnTo>
                <a:lnTo>
                  <a:pt x="3080382" y="45603"/>
                </a:lnTo>
                <a:lnTo>
                  <a:pt x="2871935" y="44478"/>
                </a:lnTo>
                <a:lnTo>
                  <a:pt x="2819839" y="43894"/>
                </a:lnTo>
                <a:lnTo>
                  <a:pt x="2724434" y="42208"/>
                </a:lnTo>
                <a:lnTo>
                  <a:pt x="2485885" y="36904"/>
                </a:lnTo>
                <a:lnTo>
                  <a:pt x="2434942" y="36597"/>
                </a:lnTo>
                <a:lnTo>
                  <a:pt x="2418039" y="35872"/>
                </a:lnTo>
                <a:lnTo>
                  <a:pt x="2409654" y="34592"/>
                </a:lnTo>
                <a:lnTo>
                  <a:pt x="2401322" y="32334"/>
                </a:lnTo>
                <a:lnTo>
                  <a:pt x="2384690" y="27162"/>
                </a:lnTo>
                <a:lnTo>
                  <a:pt x="2385263" y="19138"/>
                </a:lnTo>
                <a:lnTo>
                  <a:pt x="2397755" y="16130"/>
                </a:lnTo>
                <a:lnTo>
                  <a:pt x="2403990" y="14883"/>
                </a:lnTo>
                <a:lnTo>
                  <a:pt x="2410247" y="14325"/>
                </a:lnTo>
                <a:lnTo>
                  <a:pt x="2602608" y="13379"/>
                </a:lnTo>
                <a:lnTo>
                  <a:pt x="2650685" y="12950"/>
                </a:lnTo>
                <a:lnTo>
                  <a:pt x="2677950" y="12172"/>
                </a:lnTo>
                <a:lnTo>
                  <a:pt x="2732523" y="9501"/>
                </a:lnTo>
                <a:lnTo>
                  <a:pt x="2759788" y="8595"/>
                </a:lnTo>
                <a:lnTo>
                  <a:pt x="2803452" y="8027"/>
                </a:lnTo>
                <a:lnTo>
                  <a:pt x="2934443" y="7334"/>
                </a:lnTo>
                <a:lnTo>
                  <a:pt x="2970887" y="6302"/>
                </a:lnTo>
                <a:lnTo>
                  <a:pt x="3123023" y="5561"/>
                </a:lnTo>
                <a:lnTo>
                  <a:pt x="3173735" y="4927"/>
                </a:lnTo>
                <a:lnTo>
                  <a:pt x="3211744" y="3787"/>
                </a:lnTo>
                <a:lnTo>
                  <a:pt x="3287805" y="689"/>
                </a:lnTo>
                <a:lnTo>
                  <a:pt x="3325814" y="0"/>
                </a:lnTo>
                <a:lnTo>
                  <a:pt x="3357119" y="578"/>
                </a:lnTo>
                <a:lnTo>
                  <a:pt x="3388445" y="2048"/>
                </a:lnTo>
                <a:lnTo>
                  <a:pt x="3419771" y="3755"/>
                </a:lnTo>
                <a:lnTo>
                  <a:pt x="3451076" y="5042"/>
                </a:lnTo>
                <a:lnTo>
                  <a:pt x="3484682" y="5520"/>
                </a:lnTo>
                <a:lnTo>
                  <a:pt x="3551850" y="5832"/>
                </a:lnTo>
                <a:lnTo>
                  <a:pt x="3585391" y="6761"/>
                </a:lnTo>
                <a:lnTo>
                  <a:pt x="3744274" y="13738"/>
                </a:lnTo>
                <a:lnTo>
                  <a:pt x="3797229" y="16396"/>
                </a:lnTo>
                <a:lnTo>
                  <a:pt x="3850165" y="19354"/>
                </a:lnTo>
                <a:lnTo>
                  <a:pt x="4004691" y="29363"/>
                </a:lnTo>
                <a:lnTo>
                  <a:pt x="4055480" y="33091"/>
                </a:lnTo>
                <a:lnTo>
                  <a:pt x="4106184" y="37488"/>
                </a:lnTo>
                <a:lnTo>
                  <a:pt x="4156746" y="42858"/>
                </a:lnTo>
                <a:lnTo>
                  <a:pt x="4207115" y="49508"/>
                </a:lnTo>
                <a:lnTo>
                  <a:pt x="4259481" y="56913"/>
                </a:lnTo>
                <a:lnTo>
                  <a:pt x="4364320" y="71307"/>
                </a:lnTo>
                <a:lnTo>
                  <a:pt x="4416637" y="79246"/>
                </a:lnTo>
                <a:lnTo>
                  <a:pt x="4468782" y="88315"/>
                </a:lnTo>
                <a:lnTo>
                  <a:pt x="4520677" y="98987"/>
                </a:lnTo>
                <a:lnTo>
                  <a:pt x="4572242" y="111738"/>
                </a:lnTo>
                <a:lnTo>
                  <a:pt x="4621169" y="124078"/>
                </a:lnTo>
                <a:lnTo>
                  <a:pt x="4719654" y="146394"/>
                </a:lnTo>
                <a:lnTo>
                  <a:pt x="4768664" y="158239"/>
                </a:lnTo>
                <a:lnTo>
                  <a:pt x="4817150" y="171790"/>
                </a:lnTo>
                <a:lnTo>
                  <a:pt x="4868145" y="188285"/>
                </a:lnTo>
                <a:lnTo>
                  <a:pt x="4918733" y="206160"/>
                </a:lnTo>
                <a:lnTo>
                  <a:pt x="4969002" y="225037"/>
                </a:lnTo>
                <a:lnTo>
                  <a:pt x="5019039" y="244535"/>
                </a:lnTo>
                <a:lnTo>
                  <a:pt x="5068934" y="264275"/>
                </a:lnTo>
                <a:lnTo>
                  <a:pt x="5138054" y="293900"/>
                </a:lnTo>
                <a:lnTo>
                  <a:pt x="5204510" y="328682"/>
                </a:lnTo>
                <a:lnTo>
                  <a:pt x="5250344" y="356705"/>
                </a:lnTo>
                <a:lnTo>
                  <a:pt x="5295104" y="386371"/>
                </a:lnTo>
                <a:lnTo>
                  <a:pt x="5338402" y="418336"/>
                </a:lnTo>
                <a:lnTo>
                  <a:pt x="5379853" y="453256"/>
                </a:lnTo>
                <a:lnTo>
                  <a:pt x="5417128" y="490094"/>
                </a:lnTo>
                <a:lnTo>
                  <a:pt x="5450449" y="529554"/>
                </a:lnTo>
                <a:lnTo>
                  <a:pt x="5479902" y="571806"/>
                </a:lnTo>
                <a:lnTo>
                  <a:pt x="5505573" y="617025"/>
                </a:lnTo>
                <a:lnTo>
                  <a:pt x="5522020" y="653535"/>
                </a:lnTo>
                <a:lnTo>
                  <a:pt x="5533751" y="691130"/>
                </a:lnTo>
                <a:lnTo>
                  <a:pt x="5539530" y="729950"/>
                </a:lnTo>
                <a:lnTo>
                  <a:pt x="5538120" y="770135"/>
                </a:lnTo>
                <a:lnTo>
                  <a:pt x="5531316" y="808848"/>
                </a:lnTo>
                <a:lnTo>
                  <a:pt x="5520815" y="846217"/>
                </a:lnTo>
                <a:lnTo>
                  <a:pt x="5505759" y="882190"/>
                </a:lnTo>
                <a:lnTo>
                  <a:pt x="5485288" y="916713"/>
                </a:lnTo>
                <a:lnTo>
                  <a:pt x="5453199" y="959095"/>
                </a:lnTo>
                <a:lnTo>
                  <a:pt x="5418436" y="998408"/>
                </a:lnTo>
                <a:lnTo>
                  <a:pt x="5381286" y="1035098"/>
                </a:lnTo>
                <a:lnTo>
                  <a:pt x="5342034" y="1069611"/>
                </a:lnTo>
                <a:lnTo>
                  <a:pt x="5300968" y="1102392"/>
                </a:lnTo>
                <a:lnTo>
                  <a:pt x="5258374" y="1133887"/>
                </a:lnTo>
                <a:lnTo>
                  <a:pt x="5217718" y="1161673"/>
                </a:lnTo>
                <a:lnTo>
                  <a:pt x="5176179" y="1187663"/>
                </a:lnTo>
                <a:lnTo>
                  <a:pt x="5133854" y="1212060"/>
                </a:lnTo>
                <a:lnTo>
                  <a:pt x="5090837" y="1235067"/>
                </a:lnTo>
                <a:lnTo>
                  <a:pt x="5047224" y="1256887"/>
                </a:lnTo>
                <a:lnTo>
                  <a:pt x="5003110" y="1277723"/>
                </a:lnTo>
                <a:lnTo>
                  <a:pt x="4958591" y="1297777"/>
                </a:lnTo>
                <a:lnTo>
                  <a:pt x="4913761" y="1317252"/>
                </a:lnTo>
                <a:lnTo>
                  <a:pt x="4862119" y="1338051"/>
                </a:lnTo>
                <a:lnTo>
                  <a:pt x="4809715" y="1357120"/>
                </a:lnTo>
                <a:lnTo>
                  <a:pt x="4651245" y="1411080"/>
                </a:lnTo>
                <a:lnTo>
                  <a:pt x="4598357" y="1428676"/>
                </a:lnTo>
                <a:lnTo>
                  <a:pt x="4545276" y="1445626"/>
                </a:lnTo>
                <a:lnTo>
                  <a:pt x="4491905" y="1461653"/>
                </a:lnTo>
                <a:lnTo>
                  <a:pt x="4446812" y="1473808"/>
                </a:lnTo>
                <a:lnTo>
                  <a:pt x="4401397" y="1484803"/>
                </a:lnTo>
                <a:lnTo>
                  <a:pt x="4355853" y="1495368"/>
                </a:lnTo>
                <a:lnTo>
                  <a:pt x="4310373" y="1506234"/>
                </a:lnTo>
                <a:lnTo>
                  <a:pt x="4297740" y="1509840"/>
                </a:lnTo>
                <a:lnTo>
                  <a:pt x="4272645" y="1517999"/>
                </a:lnTo>
                <a:lnTo>
                  <a:pt x="4259948" y="1521476"/>
                </a:lnTo>
                <a:lnTo>
                  <a:pt x="4157822" y="1545643"/>
                </a:lnTo>
                <a:lnTo>
                  <a:pt x="4106635" y="1557173"/>
                </a:lnTo>
                <a:lnTo>
                  <a:pt x="4055266" y="1567661"/>
                </a:lnTo>
                <a:lnTo>
                  <a:pt x="4004927" y="1576802"/>
                </a:lnTo>
                <a:lnTo>
                  <a:pt x="3954472" y="1585310"/>
                </a:lnTo>
                <a:lnTo>
                  <a:pt x="3853413" y="1601639"/>
                </a:lnTo>
                <a:lnTo>
                  <a:pt x="3802909" y="1610065"/>
                </a:lnTo>
                <a:lnTo>
                  <a:pt x="3776955" y="1615021"/>
                </a:lnTo>
                <a:lnTo>
                  <a:pt x="3725262" y="1625794"/>
                </a:lnTo>
                <a:lnTo>
                  <a:pt x="3699307" y="1630235"/>
                </a:lnTo>
                <a:lnTo>
                  <a:pt x="3665353" y="1634506"/>
                </a:lnTo>
                <a:lnTo>
                  <a:pt x="3597228" y="1641500"/>
                </a:lnTo>
                <a:lnTo>
                  <a:pt x="3563273" y="1645706"/>
                </a:lnTo>
                <a:lnTo>
                  <a:pt x="3526077" y="1651703"/>
                </a:lnTo>
                <a:lnTo>
                  <a:pt x="3451943" y="1665030"/>
                </a:lnTo>
                <a:lnTo>
                  <a:pt x="3414747" y="1670576"/>
                </a:lnTo>
                <a:lnTo>
                  <a:pt x="3375477" y="1674873"/>
                </a:lnTo>
                <a:lnTo>
                  <a:pt x="3336100" y="1678225"/>
                </a:lnTo>
                <a:lnTo>
                  <a:pt x="3296680" y="1681277"/>
                </a:lnTo>
                <a:lnTo>
                  <a:pt x="3257282" y="1684672"/>
                </a:lnTo>
                <a:lnTo>
                  <a:pt x="3244289" y="1686411"/>
                </a:lnTo>
                <a:lnTo>
                  <a:pt x="3218474" y="1691134"/>
                </a:lnTo>
                <a:lnTo>
                  <a:pt x="3205481" y="1692809"/>
                </a:lnTo>
                <a:lnTo>
                  <a:pt x="3053445" y="1705831"/>
                </a:lnTo>
                <a:lnTo>
                  <a:pt x="2952035" y="1713907"/>
                </a:lnTo>
                <a:lnTo>
                  <a:pt x="2901323" y="1717563"/>
                </a:lnTo>
                <a:lnTo>
                  <a:pt x="2846852" y="1721081"/>
                </a:lnTo>
                <a:lnTo>
                  <a:pt x="2792364" y="1724170"/>
                </a:lnTo>
                <a:lnTo>
                  <a:pt x="2541984" y="1736845"/>
                </a:lnTo>
                <a:lnTo>
                  <a:pt x="2498531" y="1738665"/>
                </a:lnTo>
                <a:lnTo>
                  <a:pt x="2455057" y="1739796"/>
                </a:lnTo>
                <a:lnTo>
                  <a:pt x="2356019" y="1741554"/>
                </a:lnTo>
                <a:lnTo>
                  <a:pt x="2306502" y="1742203"/>
                </a:lnTo>
                <a:lnTo>
                  <a:pt x="2257005" y="1742394"/>
                </a:lnTo>
                <a:close/>
              </a:path>
            </a:pathLst>
          </a:custGeom>
          <a:solidFill>
            <a:srgbClr val="DEA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571848" y="2690141"/>
            <a:ext cx="4552315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OUR</a:t>
            </a:r>
            <a:r>
              <a:rPr spc="-260" dirty="0"/>
              <a:t> </a:t>
            </a:r>
            <a:r>
              <a:rPr spc="-20" dirty="0"/>
              <a:t>TEAM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0901" y="1028700"/>
              <a:ext cx="13735049" cy="9258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67944"/>
              <a:ext cx="3486149" cy="59190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20045" y="4955785"/>
              <a:ext cx="3867955" cy="533121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10"/>
              </a:spcBef>
            </a:pPr>
            <a:r>
              <a:rPr spc="300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51615" y="2997743"/>
            <a:ext cx="10638155" cy="513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0870">
              <a:lnSpc>
                <a:spcPct val="116300"/>
              </a:lnSpc>
              <a:spcBef>
                <a:spcPts val="100"/>
              </a:spcBef>
            </a:pPr>
            <a:r>
              <a:rPr sz="3600" spc="-165" dirty="0">
                <a:solidFill>
                  <a:srgbClr val="866154"/>
                </a:solidFill>
                <a:latin typeface="Calibri"/>
                <a:cs typeface="Calibri"/>
              </a:rPr>
              <a:t>Many</a:t>
            </a:r>
            <a:r>
              <a:rPr sz="3600" spc="1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developing-</a:t>
            </a:r>
            <a:r>
              <a:rPr sz="3600" spc="70" dirty="0">
                <a:solidFill>
                  <a:srgbClr val="866154"/>
                </a:solidFill>
                <a:latin typeface="Calibri"/>
                <a:cs typeface="Calibri"/>
              </a:rPr>
              <a:t>country</a:t>
            </a:r>
            <a:r>
              <a:rPr sz="3600" spc="1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hospitals</a:t>
            </a:r>
            <a:r>
              <a:rPr sz="3600" spc="2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35" dirty="0">
                <a:solidFill>
                  <a:srgbClr val="866154"/>
                </a:solidFill>
                <a:latin typeface="Calibri"/>
                <a:cs typeface="Calibri"/>
              </a:rPr>
              <a:t>struggle</a:t>
            </a:r>
            <a:r>
              <a:rPr sz="3600" spc="1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20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3600" spc="2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866154"/>
                </a:solidFill>
                <a:latin typeface="Calibri"/>
                <a:cs typeface="Calibri"/>
              </a:rPr>
              <a:t>keep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premature</a:t>
            </a:r>
            <a:r>
              <a:rPr sz="3600" spc="2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80" dirty="0">
                <a:solidFill>
                  <a:srgbClr val="866154"/>
                </a:solidFill>
                <a:latin typeface="Calibri"/>
                <a:cs typeface="Calibri"/>
              </a:rPr>
              <a:t>babies</a:t>
            </a:r>
            <a:r>
              <a:rPr sz="3600" spc="2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866154"/>
                </a:solidFill>
                <a:latin typeface="Calibri"/>
                <a:cs typeface="Calibri"/>
              </a:rPr>
              <a:t>warm.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600">
              <a:latin typeface="Calibri"/>
              <a:cs typeface="Calibri"/>
            </a:endParaRPr>
          </a:p>
          <a:p>
            <a:pPr marL="12700" marR="1349375">
              <a:lnSpc>
                <a:spcPct val="116300"/>
              </a:lnSpc>
            </a:pPr>
            <a:r>
              <a:rPr sz="3600" spc="85" dirty="0">
                <a:solidFill>
                  <a:srgbClr val="866154"/>
                </a:solidFill>
                <a:latin typeface="Calibri"/>
                <a:cs typeface="Calibri"/>
              </a:rPr>
              <a:t>Imported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75" dirty="0">
                <a:solidFill>
                  <a:srgbClr val="866154"/>
                </a:solidFill>
                <a:latin typeface="Calibri"/>
                <a:cs typeface="Calibri"/>
              </a:rPr>
              <a:t>incubators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0" dirty="0">
                <a:solidFill>
                  <a:srgbClr val="866154"/>
                </a:solidFill>
                <a:latin typeface="Calibri"/>
                <a:cs typeface="Calibri"/>
              </a:rPr>
              <a:t>often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05" dirty="0">
                <a:solidFill>
                  <a:srgbClr val="866154"/>
                </a:solidFill>
                <a:latin typeface="Calibri"/>
                <a:cs typeface="Calibri"/>
              </a:rPr>
              <a:t>break</a:t>
            </a:r>
            <a:r>
              <a:rPr sz="3600" spc="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and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cannot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50" dirty="0">
                <a:solidFill>
                  <a:srgbClr val="866154"/>
                </a:solidFill>
                <a:latin typeface="Calibri"/>
                <a:cs typeface="Calibri"/>
              </a:rPr>
              <a:t>be </a:t>
            </a:r>
            <a:r>
              <a:rPr sz="3600" spc="45" dirty="0">
                <a:solidFill>
                  <a:srgbClr val="866154"/>
                </a:solidFill>
                <a:latin typeface="Calibri"/>
                <a:cs typeface="Calibri"/>
              </a:rPr>
              <a:t>repaired.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16300"/>
              </a:lnSpc>
            </a:pPr>
            <a:r>
              <a:rPr sz="3600" spc="105" dirty="0">
                <a:solidFill>
                  <a:srgbClr val="866154"/>
                </a:solidFill>
                <a:latin typeface="Calibri"/>
                <a:cs typeface="Calibri"/>
              </a:rPr>
              <a:t>NeoNurture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was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designed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as</a:t>
            </a:r>
            <a:r>
              <a:rPr sz="3600" spc="1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65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866154"/>
                </a:solidFill>
                <a:latin typeface="Calibri"/>
                <a:cs typeface="Calibri"/>
              </a:rPr>
              <a:t>low-</a:t>
            </a:r>
            <a:r>
              <a:rPr sz="3600" spc="85" dirty="0">
                <a:solidFill>
                  <a:srgbClr val="866154"/>
                </a:solidFill>
                <a:latin typeface="Calibri"/>
                <a:cs typeface="Calibri"/>
              </a:rPr>
              <a:t>cost,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locally</a:t>
            </a:r>
            <a:r>
              <a:rPr sz="3600" spc="1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fixable </a:t>
            </a:r>
            <a:r>
              <a:rPr sz="3600" spc="45" dirty="0">
                <a:solidFill>
                  <a:srgbClr val="866154"/>
                </a:solidFill>
                <a:latin typeface="Calibri"/>
                <a:cs typeface="Calibri"/>
              </a:rPr>
              <a:t>incubator.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0901" y="1028700"/>
              <a:ext cx="13735049" cy="92582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67944"/>
              <a:ext cx="3486149" cy="59190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20045" y="4955785"/>
              <a:ext cx="3867955" cy="533121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09114">
              <a:lnSpc>
                <a:spcPct val="100000"/>
              </a:lnSpc>
              <a:spcBef>
                <a:spcPts val="110"/>
              </a:spcBef>
            </a:pPr>
            <a:r>
              <a:rPr spc="130" dirty="0"/>
              <a:t>BACKGROUND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51615" y="2997743"/>
            <a:ext cx="10796270" cy="449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8910">
              <a:lnSpc>
                <a:spcPct val="116300"/>
              </a:lnSpc>
              <a:spcBef>
                <a:spcPts val="100"/>
              </a:spcBef>
            </a:pP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Neonatal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866154"/>
                </a:solidFill>
                <a:latin typeface="Calibri"/>
                <a:cs typeface="Calibri"/>
              </a:rPr>
              <a:t>hypothermia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20" dirty="0">
                <a:solidFill>
                  <a:srgbClr val="866154"/>
                </a:solidFill>
                <a:latin typeface="Calibri"/>
                <a:cs typeface="Calibri"/>
              </a:rPr>
              <a:t>is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65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major </a:t>
            </a:r>
            <a:r>
              <a:rPr sz="3600" spc="114" dirty="0">
                <a:solidFill>
                  <a:srgbClr val="866154"/>
                </a:solidFill>
                <a:latin typeface="Calibri"/>
                <a:cs typeface="Calibri"/>
              </a:rPr>
              <a:t>cause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65" dirty="0">
                <a:solidFill>
                  <a:srgbClr val="866154"/>
                </a:solidFill>
                <a:latin typeface="Calibri"/>
                <a:cs typeface="Calibri"/>
              </a:rPr>
              <a:t>of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866154"/>
                </a:solidFill>
                <a:latin typeface="Calibri"/>
                <a:cs typeface="Calibri"/>
              </a:rPr>
              <a:t>infant </a:t>
            </a:r>
            <a:r>
              <a:rPr sz="3600" spc="35" dirty="0">
                <a:solidFill>
                  <a:srgbClr val="866154"/>
                </a:solidFill>
                <a:latin typeface="Calibri"/>
                <a:cs typeface="Calibri"/>
              </a:rPr>
              <a:t>deaths.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Hospitals</a:t>
            </a:r>
            <a:r>
              <a:rPr sz="3600" spc="15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0" dirty="0">
                <a:solidFill>
                  <a:srgbClr val="866154"/>
                </a:solidFill>
                <a:latin typeface="Calibri"/>
                <a:cs typeface="Calibri"/>
              </a:rPr>
              <a:t>rely</a:t>
            </a:r>
            <a:r>
              <a:rPr sz="3600" spc="1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50" dirty="0">
                <a:solidFill>
                  <a:srgbClr val="866154"/>
                </a:solidFill>
                <a:latin typeface="Calibri"/>
                <a:cs typeface="Calibri"/>
              </a:rPr>
              <a:t>heavily</a:t>
            </a:r>
            <a:r>
              <a:rPr sz="3600" spc="1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on</a:t>
            </a:r>
            <a:r>
              <a:rPr sz="3600" spc="1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donated</a:t>
            </a:r>
            <a:r>
              <a:rPr sz="3600" spc="1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866154"/>
                </a:solidFill>
                <a:latin typeface="Calibri"/>
                <a:cs typeface="Calibri"/>
              </a:rPr>
              <a:t>equipment.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16300"/>
              </a:lnSpc>
            </a:pPr>
            <a:r>
              <a:rPr sz="3600" spc="85" dirty="0">
                <a:solidFill>
                  <a:srgbClr val="866154"/>
                </a:solidFill>
                <a:latin typeface="Calibri"/>
                <a:cs typeface="Calibri"/>
              </a:rPr>
              <a:t>70–90%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65" dirty="0">
                <a:solidFill>
                  <a:srgbClr val="866154"/>
                </a:solidFill>
                <a:latin typeface="Calibri"/>
                <a:cs typeface="Calibri"/>
              </a:rPr>
              <a:t>of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donated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75" dirty="0">
                <a:solidFill>
                  <a:srgbClr val="866154"/>
                </a:solidFill>
                <a:latin typeface="Calibri"/>
                <a:cs typeface="Calibri"/>
              </a:rPr>
              <a:t>incubators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25" dirty="0">
                <a:solidFill>
                  <a:srgbClr val="866154"/>
                </a:solidFill>
                <a:latin typeface="Calibri"/>
                <a:cs typeface="Calibri"/>
              </a:rPr>
              <a:t>fail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866154"/>
                </a:solidFill>
                <a:latin typeface="Calibri"/>
                <a:cs typeface="Calibri"/>
              </a:rPr>
              <a:t>within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65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05" dirty="0">
                <a:solidFill>
                  <a:srgbClr val="866154"/>
                </a:solidFill>
                <a:latin typeface="Calibri"/>
                <a:cs typeface="Calibri"/>
              </a:rPr>
              <a:t>year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due</a:t>
            </a:r>
            <a:r>
              <a:rPr sz="36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to </a:t>
            </a:r>
            <a:r>
              <a:rPr sz="3600" spc="70" dirty="0">
                <a:solidFill>
                  <a:srgbClr val="866154"/>
                </a:solidFill>
                <a:latin typeface="Calibri"/>
                <a:cs typeface="Calibri"/>
              </a:rPr>
              <a:t>lack</a:t>
            </a:r>
            <a:r>
              <a:rPr sz="36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165" dirty="0">
                <a:solidFill>
                  <a:srgbClr val="866154"/>
                </a:solidFill>
                <a:latin typeface="Calibri"/>
                <a:cs typeface="Calibri"/>
              </a:rPr>
              <a:t>of</a:t>
            </a:r>
            <a:r>
              <a:rPr sz="36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600" spc="55" dirty="0">
                <a:solidFill>
                  <a:srgbClr val="866154"/>
                </a:solidFill>
                <a:latin typeface="Calibri"/>
                <a:cs typeface="Calibri"/>
              </a:rPr>
              <a:t>parts.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aby in a crib&#10;&#10;AI-generated content may be incorrect.">
            <a:extLst>
              <a:ext uri="{FF2B5EF4-FFF2-40B4-BE49-F238E27FC236}">
                <a16:creationId xmlns:a16="http://schemas.microsoft.com/office/drawing/2014/main" id="{E5EB8FA4-E085-B0C1-76EC-0BF6A1F03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238500"/>
            <a:ext cx="5562600" cy="4191000"/>
          </a:xfrm>
          <a:prstGeom prst="rect">
            <a:avLst/>
          </a:prstGeom>
        </p:spPr>
      </p:pic>
      <p:pic>
        <p:nvPicPr>
          <p:cNvPr id="5" name="Picture 4" descr="A baby incubator on wheels">
            <a:extLst>
              <a:ext uri="{FF2B5EF4-FFF2-40B4-BE49-F238E27FC236}">
                <a16:creationId xmlns:a16="http://schemas.microsoft.com/office/drawing/2014/main" id="{C5D86F7B-E6FB-DE5E-7BB2-1F9715E39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581400"/>
            <a:ext cx="4495800" cy="350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AEBC9B-6225-761A-88B8-D24AEA507687}"/>
              </a:ext>
            </a:extLst>
          </p:cNvPr>
          <p:cNvSpPr txBox="1"/>
          <p:nvPr/>
        </p:nvSpPr>
        <p:spPr>
          <a:xfrm>
            <a:off x="4114800" y="1638300"/>
            <a:ext cx="967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images of Incubator</a:t>
            </a:r>
            <a:endParaRPr lang="en-IN" sz="5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07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73256" cy="234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0797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PROBLEMS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80398" y="0"/>
            <a:ext cx="12210415" cy="2961640"/>
            <a:chOff x="6080398" y="0"/>
            <a:chExt cx="12210415" cy="29616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12740" y="0"/>
              <a:ext cx="4677501" cy="2654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80398" y="1029081"/>
              <a:ext cx="6142990" cy="1932305"/>
            </a:xfrm>
            <a:custGeom>
              <a:avLst/>
              <a:gdLst/>
              <a:ahLst/>
              <a:cxnLst/>
              <a:rect l="l" t="t" r="r" b="b"/>
              <a:pathLst>
                <a:path w="6142990" h="1932305">
                  <a:moveTo>
                    <a:pt x="2502719" y="1932095"/>
                  </a:moveTo>
                  <a:lnTo>
                    <a:pt x="2447869" y="1931544"/>
                  </a:lnTo>
                  <a:lnTo>
                    <a:pt x="2344026" y="1928779"/>
                  </a:lnTo>
                  <a:lnTo>
                    <a:pt x="2246134" y="1928386"/>
                  </a:lnTo>
                  <a:lnTo>
                    <a:pt x="2197236" y="1927689"/>
                  </a:lnTo>
                  <a:lnTo>
                    <a:pt x="2163609" y="1926015"/>
                  </a:lnTo>
                  <a:lnTo>
                    <a:pt x="2129994" y="1923353"/>
                  </a:lnTo>
                  <a:lnTo>
                    <a:pt x="2096356" y="1920380"/>
                  </a:lnTo>
                  <a:lnTo>
                    <a:pt x="2062657" y="1917777"/>
                  </a:lnTo>
                  <a:lnTo>
                    <a:pt x="2039457" y="1916490"/>
                  </a:lnTo>
                  <a:lnTo>
                    <a:pt x="1992961" y="1914918"/>
                  </a:lnTo>
                  <a:lnTo>
                    <a:pt x="1969761" y="1914346"/>
                  </a:lnTo>
                  <a:lnTo>
                    <a:pt x="1956271" y="1914485"/>
                  </a:lnTo>
                  <a:lnTo>
                    <a:pt x="1942757" y="1915077"/>
                  </a:lnTo>
                  <a:lnTo>
                    <a:pt x="1929338" y="1915240"/>
                  </a:lnTo>
                  <a:lnTo>
                    <a:pt x="1916133" y="1914092"/>
                  </a:lnTo>
                  <a:lnTo>
                    <a:pt x="1864239" y="1908483"/>
                  </a:lnTo>
                  <a:lnTo>
                    <a:pt x="1812165" y="1906292"/>
                  </a:lnTo>
                  <a:lnTo>
                    <a:pt x="1760068" y="1904603"/>
                  </a:lnTo>
                  <a:lnTo>
                    <a:pt x="1708102" y="1900494"/>
                  </a:lnTo>
                  <a:lnTo>
                    <a:pt x="1655488" y="1894359"/>
                  </a:lnTo>
                  <a:lnTo>
                    <a:pt x="1435085" y="1870646"/>
                  </a:lnTo>
                  <a:lnTo>
                    <a:pt x="1403868" y="1866999"/>
                  </a:lnTo>
                  <a:lnTo>
                    <a:pt x="1372736" y="1862624"/>
                  </a:lnTo>
                  <a:lnTo>
                    <a:pt x="1327597" y="1854982"/>
                  </a:lnTo>
                  <a:lnTo>
                    <a:pt x="1237501" y="1838551"/>
                  </a:lnTo>
                  <a:lnTo>
                    <a:pt x="1192362" y="1831202"/>
                  </a:lnTo>
                  <a:lnTo>
                    <a:pt x="1147040" y="1825390"/>
                  </a:lnTo>
                  <a:lnTo>
                    <a:pt x="1098906" y="1818214"/>
                  </a:lnTo>
                  <a:lnTo>
                    <a:pt x="1051618" y="1808011"/>
                  </a:lnTo>
                  <a:lnTo>
                    <a:pt x="957817" y="1784724"/>
                  </a:lnTo>
                  <a:lnTo>
                    <a:pt x="814082" y="1751592"/>
                  </a:lnTo>
                  <a:lnTo>
                    <a:pt x="766329" y="1740004"/>
                  </a:lnTo>
                  <a:lnTo>
                    <a:pt x="718778" y="1727665"/>
                  </a:lnTo>
                  <a:lnTo>
                    <a:pt x="649249" y="1704599"/>
                  </a:lnTo>
                  <a:lnTo>
                    <a:pt x="614859" y="1691566"/>
                  </a:lnTo>
                  <a:lnTo>
                    <a:pt x="580387" y="1678866"/>
                  </a:lnTo>
                  <a:lnTo>
                    <a:pt x="571840" y="1676104"/>
                  </a:lnTo>
                  <a:lnTo>
                    <a:pt x="545821" y="1669081"/>
                  </a:lnTo>
                  <a:lnTo>
                    <a:pt x="535938" y="1666851"/>
                  </a:lnTo>
                  <a:lnTo>
                    <a:pt x="525948" y="1664871"/>
                  </a:lnTo>
                  <a:lnTo>
                    <a:pt x="516173" y="1662486"/>
                  </a:lnTo>
                  <a:lnTo>
                    <a:pt x="419502" y="1618121"/>
                  </a:lnTo>
                  <a:lnTo>
                    <a:pt x="376120" y="1596994"/>
                  </a:lnTo>
                  <a:lnTo>
                    <a:pt x="333214" y="1574914"/>
                  </a:lnTo>
                  <a:lnTo>
                    <a:pt x="291530" y="1551688"/>
                  </a:lnTo>
                  <a:lnTo>
                    <a:pt x="251168" y="1526448"/>
                  </a:lnTo>
                  <a:lnTo>
                    <a:pt x="212498" y="1498373"/>
                  </a:lnTo>
                  <a:lnTo>
                    <a:pt x="175888" y="1466641"/>
                  </a:lnTo>
                  <a:lnTo>
                    <a:pt x="126168" y="1421225"/>
                  </a:lnTo>
                  <a:lnTo>
                    <a:pt x="79688" y="1372474"/>
                  </a:lnTo>
                  <a:lnTo>
                    <a:pt x="49478" y="1329352"/>
                  </a:lnTo>
                  <a:lnTo>
                    <a:pt x="26529" y="1285173"/>
                  </a:lnTo>
                  <a:lnTo>
                    <a:pt x="10716" y="1240047"/>
                  </a:lnTo>
                  <a:lnTo>
                    <a:pt x="1915" y="1194084"/>
                  </a:lnTo>
                  <a:lnTo>
                    <a:pt x="0" y="1147395"/>
                  </a:lnTo>
                  <a:lnTo>
                    <a:pt x="4845" y="1100088"/>
                  </a:lnTo>
                  <a:lnTo>
                    <a:pt x="16327" y="1052276"/>
                  </a:lnTo>
                  <a:lnTo>
                    <a:pt x="34320" y="1004067"/>
                  </a:lnTo>
                  <a:lnTo>
                    <a:pt x="50481" y="969447"/>
                  </a:lnTo>
                  <a:lnTo>
                    <a:pt x="69728" y="935459"/>
                  </a:lnTo>
                  <a:lnTo>
                    <a:pt x="93383" y="903687"/>
                  </a:lnTo>
                  <a:lnTo>
                    <a:pt x="138681" y="860604"/>
                  </a:lnTo>
                  <a:lnTo>
                    <a:pt x="152855" y="843278"/>
                  </a:lnTo>
                  <a:lnTo>
                    <a:pt x="181607" y="808743"/>
                  </a:lnTo>
                  <a:lnTo>
                    <a:pt x="220170" y="772814"/>
                  </a:lnTo>
                  <a:lnTo>
                    <a:pt x="260176" y="738830"/>
                  </a:lnTo>
                  <a:lnTo>
                    <a:pt x="301714" y="706936"/>
                  </a:lnTo>
                  <a:lnTo>
                    <a:pt x="344873" y="677276"/>
                  </a:lnTo>
                  <a:lnTo>
                    <a:pt x="389740" y="649995"/>
                  </a:lnTo>
                  <a:lnTo>
                    <a:pt x="442420" y="622117"/>
                  </a:lnTo>
                  <a:lnTo>
                    <a:pt x="541182" y="564907"/>
                  </a:lnTo>
                  <a:lnTo>
                    <a:pt x="581919" y="541699"/>
                  </a:lnTo>
                  <a:lnTo>
                    <a:pt x="623086" y="519253"/>
                  </a:lnTo>
                  <a:lnTo>
                    <a:pt x="673569" y="495632"/>
                  </a:lnTo>
                  <a:lnTo>
                    <a:pt x="823540" y="435714"/>
                  </a:lnTo>
                  <a:lnTo>
                    <a:pt x="872802" y="416749"/>
                  </a:lnTo>
                  <a:lnTo>
                    <a:pt x="922361" y="398653"/>
                  </a:lnTo>
                  <a:lnTo>
                    <a:pt x="965859" y="383642"/>
                  </a:lnTo>
                  <a:lnTo>
                    <a:pt x="1009547" y="369173"/>
                  </a:lnTo>
                  <a:lnTo>
                    <a:pt x="1053368" y="355119"/>
                  </a:lnTo>
                  <a:lnTo>
                    <a:pt x="1141194" y="327742"/>
                  </a:lnTo>
                  <a:lnTo>
                    <a:pt x="1211883" y="306965"/>
                  </a:lnTo>
                  <a:lnTo>
                    <a:pt x="1283144" y="288093"/>
                  </a:lnTo>
                  <a:lnTo>
                    <a:pt x="1330054" y="281910"/>
                  </a:lnTo>
                  <a:lnTo>
                    <a:pt x="1345540" y="279198"/>
                  </a:lnTo>
                  <a:lnTo>
                    <a:pt x="1389344" y="268412"/>
                  </a:lnTo>
                  <a:lnTo>
                    <a:pt x="1433004" y="257149"/>
                  </a:lnTo>
                  <a:lnTo>
                    <a:pt x="1476712" y="246172"/>
                  </a:lnTo>
                  <a:lnTo>
                    <a:pt x="1520658" y="236244"/>
                  </a:lnTo>
                  <a:lnTo>
                    <a:pt x="1573775" y="225782"/>
                  </a:lnTo>
                  <a:lnTo>
                    <a:pt x="1627072" y="216213"/>
                  </a:lnTo>
                  <a:lnTo>
                    <a:pt x="1761532" y="193285"/>
                  </a:lnTo>
                  <a:lnTo>
                    <a:pt x="1817193" y="184393"/>
                  </a:lnTo>
                  <a:lnTo>
                    <a:pt x="1955635" y="164579"/>
                  </a:lnTo>
                  <a:lnTo>
                    <a:pt x="2010936" y="156887"/>
                  </a:lnTo>
                  <a:lnTo>
                    <a:pt x="2066297" y="149610"/>
                  </a:lnTo>
                  <a:lnTo>
                    <a:pt x="2121750" y="142967"/>
                  </a:lnTo>
                  <a:lnTo>
                    <a:pt x="2174119" y="137225"/>
                  </a:lnTo>
                  <a:lnTo>
                    <a:pt x="2226512" y="131807"/>
                  </a:lnTo>
                  <a:lnTo>
                    <a:pt x="2278933" y="126701"/>
                  </a:lnTo>
                  <a:lnTo>
                    <a:pt x="2331386" y="121890"/>
                  </a:lnTo>
                  <a:lnTo>
                    <a:pt x="2383875" y="117362"/>
                  </a:lnTo>
                  <a:lnTo>
                    <a:pt x="2436402" y="113103"/>
                  </a:lnTo>
                  <a:lnTo>
                    <a:pt x="2492001" y="109090"/>
                  </a:lnTo>
                  <a:lnTo>
                    <a:pt x="2547625" y="105614"/>
                  </a:lnTo>
                  <a:lnTo>
                    <a:pt x="2714582" y="96455"/>
                  </a:lnTo>
                  <a:lnTo>
                    <a:pt x="2722044" y="96533"/>
                  </a:lnTo>
                  <a:lnTo>
                    <a:pt x="2729673" y="97837"/>
                  </a:lnTo>
                  <a:lnTo>
                    <a:pt x="2737635" y="100834"/>
                  </a:lnTo>
                  <a:lnTo>
                    <a:pt x="2746098" y="105986"/>
                  </a:lnTo>
                  <a:lnTo>
                    <a:pt x="2715615" y="115915"/>
                  </a:lnTo>
                  <a:lnTo>
                    <a:pt x="2700331" y="120515"/>
                  </a:lnTo>
                  <a:lnTo>
                    <a:pt x="2684845" y="124032"/>
                  </a:lnTo>
                  <a:lnTo>
                    <a:pt x="2256263" y="200218"/>
                  </a:lnTo>
                  <a:lnTo>
                    <a:pt x="2208673" y="208922"/>
                  </a:lnTo>
                  <a:lnTo>
                    <a:pt x="2159054" y="218504"/>
                  </a:lnTo>
                  <a:lnTo>
                    <a:pt x="2109574" y="228726"/>
                  </a:lnTo>
                  <a:lnTo>
                    <a:pt x="2010744" y="249750"/>
                  </a:lnTo>
                  <a:lnTo>
                    <a:pt x="1961247" y="259881"/>
                  </a:lnTo>
                  <a:lnTo>
                    <a:pt x="1932570" y="265149"/>
                  </a:lnTo>
                  <a:lnTo>
                    <a:pt x="1846112" y="279070"/>
                  </a:lnTo>
                  <a:lnTo>
                    <a:pt x="1837403" y="280998"/>
                  </a:lnTo>
                  <a:lnTo>
                    <a:pt x="1820127" y="285951"/>
                  </a:lnTo>
                  <a:lnTo>
                    <a:pt x="1811419" y="288093"/>
                  </a:lnTo>
                  <a:lnTo>
                    <a:pt x="1748746" y="300620"/>
                  </a:lnTo>
                  <a:lnTo>
                    <a:pt x="1727926" y="305122"/>
                  </a:lnTo>
                  <a:lnTo>
                    <a:pt x="1709422" y="309695"/>
                  </a:lnTo>
                  <a:lnTo>
                    <a:pt x="1672652" y="319651"/>
                  </a:lnTo>
                  <a:lnTo>
                    <a:pt x="1654219" y="324438"/>
                  </a:lnTo>
                  <a:lnTo>
                    <a:pt x="1605837" y="335727"/>
                  </a:lnTo>
                  <a:lnTo>
                    <a:pt x="1557384" y="346693"/>
                  </a:lnTo>
                  <a:lnTo>
                    <a:pt x="1509216" y="358446"/>
                  </a:lnTo>
                  <a:lnTo>
                    <a:pt x="1461692" y="372093"/>
                  </a:lnTo>
                  <a:lnTo>
                    <a:pt x="1425607" y="381970"/>
                  </a:lnTo>
                  <a:lnTo>
                    <a:pt x="1389176" y="390203"/>
                  </a:lnTo>
                  <a:lnTo>
                    <a:pt x="1353199" y="398721"/>
                  </a:lnTo>
                  <a:lnTo>
                    <a:pt x="1318472" y="409455"/>
                  </a:lnTo>
                  <a:lnTo>
                    <a:pt x="1272547" y="425231"/>
                  </a:lnTo>
                  <a:lnTo>
                    <a:pt x="1226268" y="439432"/>
                  </a:lnTo>
                  <a:lnTo>
                    <a:pt x="1133552" y="466579"/>
                  </a:lnTo>
                  <a:lnTo>
                    <a:pt x="1087566" y="481256"/>
                  </a:lnTo>
                  <a:lnTo>
                    <a:pt x="1053820" y="493289"/>
                  </a:lnTo>
                  <a:lnTo>
                    <a:pt x="986900" y="519213"/>
                  </a:lnTo>
                  <a:lnTo>
                    <a:pt x="953369" y="531961"/>
                  </a:lnTo>
                  <a:lnTo>
                    <a:pt x="907095" y="548545"/>
                  </a:lnTo>
                  <a:lnTo>
                    <a:pt x="860727" y="564843"/>
                  </a:lnTo>
                  <a:lnTo>
                    <a:pt x="814549" y="581570"/>
                  </a:lnTo>
                  <a:lnTo>
                    <a:pt x="768847" y="599441"/>
                  </a:lnTo>
                  <a:lnTo>
                    <a:pt x="742708" y="611992"/>
                  </a:lnTo>
                  <a:lnTo>
                    <a:pt x="717380" y="626462"/>
                  </a:lnTo>
                  <a:lnTo>
                    <a:pt x="692146" y="641241"/>
                  </a:lnTo>
                  <a:lnTo>
                    <a:pt x="666293" y="654721"/>
                  </a:lnTo>
                  <a:lnTo>
                    <a:pt x="624254" y="674247"/>
                  </a:lnTo>
                  <a:lnTo>
                    <a:pt x="582361" y="694023"/>
                  </a:lnTo>
                  <a:lnTo>
                    <a:pt x="540913" y="714634"/>
                  </a:lnTo>
                  <a:lnTo>
                    <a:pt x="500210" y="736667"/>
                  </a:lnTo>
                  <a:lnTo>
                    <a:pt x="460549" y="760707"/>
                  </a:lnTo>
                  <a:lnTo>
                    <a:pt x="392551" y="810423"/>
                  </a:lnTo>
                  <a:lnTo>
                    <a:pt x="369686" y="826662"/>
                  </a:lnTo>
                  <a:lnTo>
                    <a:pt x="331398" y="855861"/>
                  </a:lnTo>
                  <a:lnTo>
                    <a:pt x="296215" y="888299"/>
                  </a:lnTo>
                  <a:lnTo>
                    <a:pt x="262880" y="922671"/>
                  </a:lnTo>
                  <a:lnTo>
                    <a:pt x="230137" y="957671"/>
                  </a:lnTo>
                  <a:lnTo>
                    <a:pt x="196729" y="991994"/>
                  </a:lnTo>
                  <a:lnTo>
                    <a:pt x="173934" y="1026846"/>
                  </a:lnTo>
                  <a:lnTo>
                    <a:pt x="158859" y="1067607"/>
                  </a:lnTo>
                  <a:lnTo>
                    <a:pt x="146860" y="1116641"/>
                  </a:lnTo>
                  <a:lnTo>
                    <a:pt x="143841" y="1163225"/>
                  </a:lnTo>
                  <a:lnTo>
                    <a:pt x="149603" y="1207229"/>
                  </a:lnTo>
                  <a:lnTo>
                    <a:pt x="163945" y="1248520"/>
                  </a:lnTo>
                  <a:lnTo>
                    <a:pt x="186669" y="1286968"/>
                  </a:lnTo>
                  <a:lnTo>
                    <a:pt x="217573" y="1322442"/>
                  </a:lnTo>
                  <a:lnTo>
                    <a:pt x="256457" y="1354810"/>
                  </a:lnTo>
                  <a:lnTo>
                    <a:pt x="275351" y="1370230"/>
                  </a:lnTo>
                  <a:lnTo>
                    <a:pt x="293422" y="1386580"/>
                  </a:lnTo>
                  <a:lnTo>
                    <a:pt x="312518" y="1401881"/>
                  </a:lnTo>
                  <a:lnTo>
                    <a:pt x="334485" y="1414157"/>
                  </a:lnTo>
                  <a:lnTo>
                    <a:pt x="366849" y="1428950"/>
                  </a:lnTo>
                  <a:lnTo>
                    <a:pt x="398581" y="1445196"/>
                  </a:lnTo>
                  <a:lnTo>
                    <a:pt x="461439" y="1479095"/>
                  </a:lnTo>
                  <a:lnTo>
                    <a:pt x="472894" y="1485892"/>
                  </a:lnTo>
                  <a:lnTo>
                    <a:pt x="484075" y="1493249"/>
                  </a:lnTo>
                  <a:lnTo>
                    <a:pt x="495375" y="1500200"/>
                  </a:lnTo>
                  <a:lnTo>
                    <a:pt x="545993" y="1519866"/>
                  </a:lnTo>
                  <a:lnTo>
                    <a:pt x="584977" y="1533438"/>
                  </a:lnTo>
                  <a:lnTo>
                    <a:pt x="751884" y="1589092"/>
                  </a:lnTo>
                  <a:lnTo>
                    <a:pt x="796281" y="1603592"/>
                  </a:lnTo>
                  <a:lnTo>
                    <a:pt x="840770" y="1617763"/>
                  </a:lnTo>
                  <a:lnTo>
                    <a:pt x="885380" y="1631465"/>
                  </a:lnTo>
                  <a:lnTo>
                    <a:pt x="945633" y="1646873"/>
                  </a:lnTo>
                  <a:lnTo>
                    <a:pt x="1006743" y="1659042"/>
                  </a:lnTo>
                  <a:lnTo>
                    <a:pt x="1047810" y="1666464"/>
                  </a:lnTo>
                  <a:lnTo>
                    <a:pt x="1171439" y="1686872"/>
                  </a:lnTo>
                  <a:lnTo>
                    <a:pt x="1277774" y="1703631"/>
                  </a:lnTo>
                  <a:lnTo>
                    <a:pt x="1330918" y="1712302"/>
                  </a:lnTo>
                  <a:lnTo>
                    <a:pt x="1383919" y="1721819"/>
                  </a:lnTo>
                  <a:lnTo>
                    <a:pt x="1426784" y="1729140"/>
                  </a:lnTo>
                  <a:lnTo>
                    <a:pt x="1469793" y="1734925"/>
                  </a:lnTo>
                  <a:lnTo>
                    <a:pt x="1512945" y="1739493"/>
                  </a:lnTo>
                  <a:lnTo>
                    <a:pt x="1556240" y="1743169"/>
                  </a:lnTo>
                  <a:lnTo>
                    <a:pt x="1564987" y="1744382"/>
                  </a:lnTo>
                  <a:lnTo>
                    <a:pt x="1573698" y="1746394"/>
                  </a:lnTo>
                  <a:lnTo>
                    <a:pt x="1591060" y="1751048"/>
                  </a:lnTo>
                  <a:lnTo>
                    <a:pt x="1604293" y="1755242"/>
                  </a:lnTo>
                  <a:lnTo>
                    <a:pt x="1610843" y="1756874"/>
                  </a:lnTo>
                  <a:lnTo>
                    <a:pt x="1617239" y="1757148"/>
                  </a:lnTo>
                  <a:lnTo>
                    <a:pt x="1667783" y="1754845"/>
                  </a:lnTo>
                  <a:lnTo>
                    <a:pt x="1717936" y="1757270"/>
                  </a:lnTo>
                  <a:lnTo>
                    <a:pt x="1767827" y="1762867"/>
                  </a:lnTo>
                  <a:lnTo>
                    <a:pt x="1867334" y="1777354"/>
                  </a:lnTo>
                  <a:lnTo>
                    <a:pt x="1878569" y="1778364"/>
                  </a:lnTo>
                  <a:lnTo>
                    <a:pt x="1912702" y="1779133"/>
                  </a:lnTo>
                  <a:lnTo>
                    <a:pt x="2009474" y="1785233"/>
                  </a:lnTo>
                  <a:lnTo>
                    <a:pt x="2057848" y="1788068"/>
                  </a:lnTo>
                  <a:lnTo>
                    <a:pt x="2106246" y="1790189"/>
                  </a:lnTo>
                  <a:lnTo>
                    <a:pt x="2144219" y="1790817"/>
                  </a:lnTo>
                  <a:lnTo>
                    <a:pt x="2220262" y="1790118"/>
                  </a:lnTo>
                  <a:lnTo>
                    <a:pt x="2258235" y="1790316"/>
                  </a:lnTo>
                  <a:lnTo>
                    <a:pt x="2297578" y="1791571"/>
                  </a:lnTo>
                  <a:lnTo>
                    <a:pt x="2376218" y="1795177"/>
                  </a:lnTo>
                  <a:lnTo>
                    <a:pt x="2415561" y="1796289"/>
                  </a:lnTo>
                  <a:lnTo>
                    <a:pt x="2457309" y="1796448"/>
                  </a:lnTo>
                  <a:lnTo>
                    <a:pt x="2607548" y="1794857"/>
                  </a:lnTo>
                  <a:lnTo>
                    <a:pt x="2632424" y="1794780"/>
                  </a:lnTo>
                  <a:lnTo>
                    <a:pt x="2657300" y="1795107"/>
                  </a:lnTo>
                  <a:lnTo>
                    <a:pt x="2682177" y="1796162"/>
                  </a:lnTo>
                  <a:lnTo>
                    <a:pt x="2729256" y="1797639"/>
                  </a:lnTo>
                  <a:lnTo>
                    <a:pt x="2776216" y="1796829"/>
                  </a:lnTo>
                  <a:lnTo>
                    <a:pt x="2823177" y="1794446"/>
                  </a:lnTo>
                  <a:lnTo>
                    <a:pt x="2870256" y="1791205"/>
                  </a:lnTo>
                  <a:lnTo>
                    <a:pt x="2921348" y="1788618"/>
                  </a:lnTo>
                  <a:lnTo>
                    <a:pt x="2972561" y="1787739"/>
                  </a:lnTo>
                  <a:lnTo>
                    <a:pt x="3075111" y="1787566"/>
                  </a:lnTo>
                  <a:lnTo>
                    <a:pt x="3126324" y="1786504"/>
                  </a:lnTo>
                  <a:lnTo>
                    <a:pt x="3166621" y="1784026"/>
                  </a:lnTo>
                  <a:lnTo>
                    <a:pt x="3206893" y="1780118"/>
                  </a:lnTo>
                  <a:lnTo>
                    <a:pt x="3247166" y="1775781"/>
                  </a:lnTo>
                  <a:lnTo>
                    <a:pt x="3287462" y="1772016"/>
                  </a:lnTo>
                  <a:lnTo>
                    <a:pt x="3319888" y="1769852"/>
                  </a:lnTo>
                  <a:lnTo>
                    <a:pt x="3459562" y="1763025"/>
                  </a:lnTo>
                  <a:lnTo>
                    <a:pt x="3480689" y="1761810"/>
                  </a:lnTo>
                  <a:lnTo>
                    <a:pt x="3605876" y="1749099"/>
                  </a:lnTo>
                  <a:lnTo>
                    <a:pt x="3710031" y="1737566"/>
                  </a:lnTo>
                  <a:lnTo>
                    <a:pt x="3762109" y="1731605"/>
                  </a:lnTo>
                  <a:lnTo>
                    <a:pt x="3813559" y="1725254"/>
                  </a:lnTo>
                  <a:lnTo>
                    <a:pt x="3916459" y="1711982"/>
                  </a:lnTo>
                  <a:lnTo>
                    <a:pt x="4020593" y="1700180"/>
                  </a:lnTo>
                  <a:lnTo>
                    <a:pt x="4073059" y="1693567"/>
                  </a:lnTo>
                  <a:lnTo>
                    <a:pt x="4125384" y="1686069"/>
                  </a:lnTo>
                  <a:lnTo>
                    <a:pt x="4177576" y="1677534"/>
                  </a:lnTo>
                  <a:lnTo>
                    <a:pt x="4229640" y="1667810"/>
                  </a:lnTo>
                  <a:lnTo>
                    <a:pt x="4267240" y="1661047"/>
                  </a:lnTo>
                  <a:lnTo>
                    <a:pt x="4342869" y="1649617"/>
                  </a:lnTo>
                  <a:lnTo>
                    <a:pt x="4380612" y="1643283"/>
                  </a:lnTo>
                  <a:lnTo>
                    <a:pt x="4431555" y="1633562"/>
                  </a:lnTo>
                  <a:lnTo>
                    <a:pt x="4482403" y="1623459"/>
                  </a:lnTo>
                  <a:lnTo>
                    <a:pt x="4533156" y="1612975"/>
                  </a:lnTo>
                  <a:lnTo>
                    <a:pt x="4690854" y="1578834"/>
                  </a:lnTo>
                  <a:lnTo>
                    <a:pt x="4744283" y="1566891"/>
                  </a:lnTo>
                  <a:lnTo>
                    <a:pt x="4797578" y="1554437"/>
                  </a:lnTo>
                  <a:lnTo>
                    <a:pt x="4850683" y="1541237"/>
                  </a:lnTo>
                  <a:lnTo>
                    <a:pt x="4897143" y="1529038"/>
                  </a:lnTo>
                  <a:lnTo>
                    <a:pt x="4943504" y="1516372"/>
                  </a:lnTo>
                  <a:lnTo>
                    <a:pt x="4989773" y="1503304"/>
                  </a:lnTo>
                  <a:lnTo>
                    <a:pt x="5035958" y="1489897"/>
                  </a:lnTo>
                  <a:lnTo>
                    <a:pt x="5128101" y="1462320"/>
                  </a:lnTo>
                  <a:lnTo>
                    <a:pt x="5176384" y="1447259"/>
                  </a:lnTo>
                  <a:lnTo>
                    <a:pt x="5224396" y="1431437"/>
                  </a:lnTo>
                  <a:lnTo>
                    <a:pt x="5272129" y="1414862"/>
                  </a:lnTo>
                  <a:lnTo>
                    <a:pt x="5319580" y="1397546"/>
                  </a:lnTo>
                  <a:lnTo>
                    <a:pt x="5366743" y="1379495"/>
                  </a:lnTo>
                  <a:lnTo>
                    <a:pt x="5413612" y="1360721"/>
                  </a:lnTo>
                  <a:lnTo>
                    <a:pt x="5460182" y="1341231"/>
                  </a:lnTo>
                  <a:lnTo>
                    <a:pt x="5506448" y="1321035"/>
                  </a:lnTo>
                  <a:lnTo>
                    <a:pt x="5552404" y="1300142"/>
                  </a:lnTo>
                  <a:lnTo>
                    <a:pt x="5598046" y="1278562"/>
                  </a:lnTo>
                  <a:lnTo>
                    <a:pt x="5646040" y="1254699"/>
                  </a:lnTo>
                  <a:lnTo>
                    <a:pt x="5693253" y="1229482"/>
                  </a:lnTo>
                  <a:lnTo>
                    <a:pt x="5739502" y="1202702"/>
                  </a:lnTo>
                  <a:lnTo>
                    <a:pt x="5784601" y="1174149"/>
                  </a:lnTo>
                  <a:lnTo>
                    <a:pt x="5828365" y="1143611"/>
                  </a:lnTo>
                  <a:lnTo>
                    <a:pt x="5870610" y="1110880"/>
                  </a:lnTo>
                  <a:lnTo>
                    <a:pt x="5911152" y="1075746"/>
                  </a:lnTo>
                  <a:lnTo>
                    <a:pt x="5949805" y="1037998"/>
                  </a:lnTo>
                  <a:lnTo>
                    <a:pt x="5984687" y="997306"/>
                  </a:lnTo>
                  <a:lnTo>
                    <a:pt x="6013457" y="952933"/>
                  </a:lnTo>
                  <a:lnTo>
                    <a:pt x="6034388" y="904771"/>
                  </a:lnTo>
                  <a:lnTo>
                    <a:pt x="6045751" y="852714"/>
                  </a:lnTo>
                  <a:lnTo>
                    <a:pt x="6046931" y="810045"/>
                  </a:lnTo>
                  <a:lnTo>
                    <a:pt x="6040986" y="767935"/>
                  </a:lnTo>
                  <a:lnTo>
                    <a:pt x="6027988" y="727136"/>
                  </a:lnTo>
                  <a:lnTo>
                    <a:pt x="6008008" y="688398"/>
                  </a:lnTo>
                  <a:lnTo>
                    <a:pt x="5977916" y="644722"/>
                  </a:lnTo>
                  <a:lnTo>
                    <a:pt x="5944746" y="604318"/>
                  </a:lnTo>
                  <a:lnTo>
                    <a:pt x="5908701" y="567020"/>
                  </a:lnTo>
                  <a:lnTo>
                    <a:pt x="5869986" y="532660"/>
                  </a:lnTo>
                  <a:lnTo>
                    <a:pt x="5828806" y="501073"/>
                  </a:lnTo>
                  <a:lnTo>
                    <a:pt x="5785365" y="472091"/>
                  </a:lnTo>
                  <a:lnTo>
                    <a:pt x="5739868" y="445547"/>
                  </a:lnTo>
                  <a:lnTo>
                    <a:pt x="5693062" y="420151"/>
                  </a:lnTo>
                  <a:lnTo>
                    <a:pt x="5645897" y="395335"/>
                  </a:lnTo>
                  <a:lnTo>
                    <a:pt x="5598256" y="371525"/>
                  </a:lnTo>
                  <a:lnTo>
                    <a:pt x="5550023" y="349149"/>
                  </a:lnTo>
                  <a:lnTo>
                    <a:pt x="5501083" y="328633"/>
                  </a:lnTo>
                  <a:lnTo>
                    <a:pt x="5454003" y="310974"/>
                  </a:lnTo>
                  <a:lnTo>
                    <a:pt x="5406393" y="294622"/>
                  </a:lnTo>
                  <a:lnTo>
                    <a:pt x="5358403" y="279230"/>
                  </a:lnTo>
                  <a:lnTo>
                    <a:pt x="5310179" y="264452"/>
                  </a:lnTo>
                  <a:lnTo>
                    <a:pt x="5213626" y="235355"/>
                  </a:lnTo>
                  <a:lnTo>
                    <a:pt x="5142413" y="216055"/>
                  </a:lnTo>
                  <a:lnTo>
                    <a:pt x="5018454" y="187063"/>
                  </a:lnTo>
                  <a:lnTo>
                    <a:pt x="4966350" y="175279"/>
                  </a:lnTo>
                  <a:lnTo>
                    <a:pt x="4914112" y="164222"/>
                  </a:lnTo>
                  <a:lnTo>
                    <a:pt x="4861631" y="154330"/>
                  </a:lnTo>
                  <a:lnTo>
                    <a:pt x="4808796" y="146040"/>
                  </a:lnTo>
                  <a:lnTo>
                    <a:pt x="4755499" y="139790"/>
                  </a:lnTo>
                  <a:lnTo>
                    <a:pt x="4700745" y="133803"/>
                  </a:lnTo>
                  <a:lnTo>
                    <a:pt x="4646094" y="126603"/>
                  </a:lnTo>
                  <a:lnTo>
                    <a:pt x="4536908" y="110901"/>
                  </a:lnTo>
                  <a:lnTo>
                    <a:pt x="4482276" y="103572"/>
                  </a:lnTo>
                  <a:lnTo>
                    <a:pt x="4442946" y="99061"/>
                  </a:lnTo>
                  <a:lnTo>
                    <a:pt x="4403533" y="95217"/>
                  </a:lnTo>
                  <a:lnTo>
                    <a:pt x="4277557" y="83829"/>
                  </a:lnTo>
                  <a:lnTo>
                    <a:pt x="4183302" y="74947"/>
                  </a:lnTo>
                  <a:lnTo>
                    <a:pt x="4136164" y="70771"/>
                  </a:lnTo>
                  <a:lnTo>
                    <a:pt x="4089005" y="66998"/>
                  </a:lnTo>
                  <a:lnTo>
                    <a:pt x="4041813" y="63796"/>
                  </a:lnTo>
                  <a:lnTo>
                    <a:pt x="3995947" y="61696"/>
                  </a:lnTo>
                  <a:lnTo>
                    <a:pt x="3950020" y="60596"/>
                  </a:lnTo>
                  <a:lnTo>
                    <a:pt x="3858105" y="59664"/>
                  </a:lnTo>
                  <a:lnTo>
                    <a:pt x="3812178" y="58967"/>
                  </a:lnTo>
                  <a:lnTo>
                    <a:pt x="3570260" y="53052"/>
                  </a:lnTo>
                  <a:lnTo>
                    <a:pt x="3473508" y="51215"/>
                  </a:lnTo>
                  <a:lnTo>
                    <a:pt x="3374469" y="50278"/>
                  </a:lnTo>
                  <a:lnTo>
                    <a:pt x="3176345" y="49248"/>
                  </a:lnTo>
                  <a:lnTo>
                    <a:pt x="3073941" y="47817"/>
                  </a:lnTo>
                  <a:lnTo>
                    <a:pt x="2756518" y="40921"/>
                  </a:lnTo>
                  <a:lnTo>
                    <a:pt x="2700028" y="40582"/>
                  </a:lnTo>
                  <a:lnTo>
                    <a:pt x="2681286" y="39778"/>
                  </a:lnTo>
                  <a:lnTo>
                    <a:pt x="2671987" y="38358"/>
                  </a:lnTo>
                  <a:lnTo>
                    <a:pt x="2662748" y="35854"/>
                  </a:lnTo>
                  <a:lnTo>
                    <a:pt x="2644305" y="30120"/>
                  </a:lnTo>
                  <a:lnTo>
                    <a:pt x="2644941" y="21222"/>
                  </a:lnTo>
                  <a:lnTo>
                    <a:pt x="2658793" y="17886"/>
                  </a:lnTo>
                  <a:lnTo>
                    <a:pt x="2665707" y="16504"/>
                  </a:lnTo>
                  <a:lnTo>
                    <a:pt x="2672645" y="15884"/>
                  </a:lnTo>
                  <a:lnTo>
                    <a:pt x="2885950" y="14835"/>
                  </a:lnTo>
                  <a:lnTo>
                    <a:pt x="2939260" y="14360"/>
                  </a:lnTo>
                  <a:lnTo>
                    <a:pt x="2969494" y="13498"/>
                  </a:lnTo>
                  <a:lnTo>
                    <a:pt x="3030008" y="10535"/>
                  </a:lnTo>
                  <a:lnTo>
                    <a:pt x="3060242" y="9530"/>
                  </a:lnTo>
                  <a:lnTo>
                    <a:pt x="3108659" y="8901"/>
                  </a:lnTo>
                  <a:lnTo>
                    <a:pt x="3253913" y="8132"/>
                  </a:lnTo>
                  <a:lnTo>
                    <a:pt x="3294324" y="6989"/>
                  </a:lnTo>
                  <a:lnTo>
                    <a:pt x="3463024" y="6167"/>
                  </a:lnTo>
                  <a:lnTo>
                    <a:pt x="3519257" y="5464"/>
                  </a:lnTo>
                  <a:lnTo>
                    <a:pt x="3561405" y="4199"/>
                  </a:lnTo>
                  <a:lnTo>
                    <a:pt x="3645746" y="764"/>
                  </a:lnTo>
                  <a:lnTo>
                    <a:pt x="3687893" y="0"/>
                  </a:lnTo>
                  <a:lnTo>
                    <a:pt x="3722607" y="641"/>
                  </a:lnTo>
                  <a:lnTo>
                    <a:pt x="3757343" y="2271"/>
                  </a:lnTo>
                  <a:lnTo>
                    <a:pt x="3792080" y="4163"/>
                  </a:lnTo>
                  <a:lnTo>
                    <a:pt x="3826793" y="5591"/>
                  </a:lnTo>
                  <a:lnTo>
                    <a:pt x="3864057" y="6121"/>
                  </a:lnTo>
                  <a:lnTo>
                    <a:pt x="3938539" y="6467"/>
                  </a:lnTo>
                  <a:lnTo>
                    <a:pt x="3975731" y="7497"/>
                  </a:lnTo>
                  <a:lnTo>
                    <a:pt x="4126743" y="14049"/>
                  </a:lnTo>
                  <a:lnTo>
                    <a:pt x="4227407" y="19081"/>
                  </a:lnTo>
                  <a:lnTo>
                    <a:pt x="4277716" y="21962"/>
                  </a:lnTo>
                  <a:lnTo>
                    <a:pt x="4424582" y="31468"/>
                  </a:lnTo>
                  <a:lnTo>
                    <a:pt x="4472873" y="34851"/>
                  </a:lnTo>
                  <a:lnTo>
                    <a:pt x="4521112" y="38673"/>
                  </a:lnTo>
                  <a:lnTo>
                    <a:pt x="4569262" y="43145"/>
                  </a:lnTo>
                  <a:lnTo>
                    <a:pt x="4617286" y="48483"/>
                  </a:lnTo>
                  <a:lnTo>
                    <a:pt x="4665145" y="54898"/>
                  </a:lnTo>
                  <a:lnTo>
                    <a:pt x="4715948" y="62111"/>
                  </a:lnTo>
                  <a:lnTo>
                    <a:pt x="4817678" y="75984"/>
                  </a:lnTo>
                  <a:lnTo>
                    <a:pt x="4868490" y="83349"/>
                  </a:lnTo>
                  <a:lnTo>
                    <a:pt x="4919189" y="91470"/>
                  </a:lnTo>
                  <a:lnTo>
                    <a:pt x="4969716" y="100701"/>
                  </a:lnTo>
                  <a:lnTo>
                    <a:pt x="5020014" y="111394"/>
                  </a:lnTo>
                  <a:lnTo>
                    <a:pt x="5115204" y="135419"/>
                  </a:lnTo>
                  <a:lnTo>
                    <a:pt x="5160652" y="145968"/>
                  </a:lnTo>
                  <a:lnTo>
                    <a:pt x="5251647" y="166565"/>
                  </a:lnTo>
                  <a:lnTo>
                    <a:pt x="5296840" y="177813"/>
                  </a:lnTo>
                  <a:lnTo>
                    <a:pt x="5341596" y="190494"/>
                  </a:lnTo>
                  <a:lnTo>
                    <a:pt x="5388753" y="205618"/>
                  </a:lnTo>
                  <a:lnTo>
                    <a:pt x="5435585" y="221854"/>
                  </a:lnTo>
                  <a:lnTo>
                    <a:pt x="5482148" y="238959"/>
                  </a:lnTo>
                  <a:lnTo>
                    <a:pt x="5528499" y="256688"/>
                  </a:lnTo>
                  <a:lnTo>
                    <a:pt x="5620793" y="293048"/>
                  </a:lnTo>
                  <a:lnTo>
                    <a:pt x="5659312" y="308889"/>
                  </a:lnTo>
                  <a:lnTo>
                    <a:pt x="5697439" y="325898"/>
                  </a:lnTo>
                  <a:lnTo>
                    <a:pt x="5734826" y="344337"/>
                  </a:lnTo>
                  <a:lnTo>
                    <a:pt x="5771129" y="364467"/>
                  </a:lnTo>
                  <a:lnTo>
                    <a:pt x="5811871" y="389203"/>
                  </a:lnTo>
                  <a:lnTo>
                    <a:pt x="5851904" y="415013"/>
                  </a:lnTo>
                  <a:lnTo>
                    <a:pt x="5891010" y="442268"/>
                  </a:lnTo>
                  <a:lnTo>
                    <a:pt x="5928970" y="471341"/>
                  </a:lnTo>
                  <a:lnTo>
                    <a:pt x="5965563" y="502604"/>
                  </a:lnTo>
                  <a:lnTo>
                    <a:pt x="5998983" y="535056"/>
                  </a:lnTo>
                  <a:lnTo>
                    <a:pt x="6029585" y="569345"/>
                  </a:lnTo>
                  <a:lnTo>
                    <a:pt x="6057418" y="605567"/>
                  </a:lnTo>
                  <a:lnTo>
                    <a:pt x="6082530" y="643820"/>
                  </a:lnTo>
                  <a:lnTo>
                    <a:pt x="6104971" y="684202"/>
                  </a:lnTo>
                  <a:lnTo>
                    <a:pt x="6123209" y="724688"/>
                  </a:lnTo>
                  <a:lnTo>
                    <a:pt x="6136217" y="766376"/>
                  </a:lnTo>
                  <a:lnTo>
                    <a:pt x="6142624" y="809423"/>
                  </a:lnTo>
                  <a:lnTo>
                    <a:pt x="6141062" y="853982"/>
                  </a:lnTo>
                  <a:lnTo>
                    <a:pt x="6133516" y="896910"/>
                  </a:lnTo>
                  <a:lnTo>
                    <a:pt x="6121872" y="938348"/>
                  </a:lnTo>
                  <a:lnTo>
                    <a:pt x="6105177" y="978238"/>
                  </a:lnTo>
                  <a:lnTo>
                    <a:pt x="6082477" y="1016519"/>
                  </a:lnTo>
                  <a:lnTo>
                    <a:pt x="6052167" y="1057021"/>
                  </a:lnTo>
                  <a:lnTo>
                    <a:pt x="6019645" y="1094972"/>
                  </a:lnTo>
                  <a:lnTo>
                    <a:pt x="5985111" y="1130682"/>
                  </a:lnTo>
                  <a:lnTo>
                    <a:pt x="5948765" y="1164462"/>
                  </a:lnTo>
                  <a:lnTo>
                    <a:pt x="5910807" y="1196624"/>
                  </a:lnTo>
                  <a:lnTo>
                    <a:pt x="5871438" y="1227478"/>
                  </a:lnTo>
                  <a:lnTo>
                    <a:pt x="5830858" y="1257337"/>
                  </a:lnTo>
                  <a:lnTo>
                    <a:pt x="5790835" y="1284827"/>
                  </a:lnTo>
                  <a:lnTo>
                    <a:pt x="5750030" y="1310724"/>
                  </a:lnTo>
                  <a:lnTo>
                    <a:pt x="5708516" y="1335186"/>
                  </a:lnTo>
                  <a:lnTo>
                    <a:pt x="5666369" y="1358371"/>
                  </a:lnTo>
                  <a:lnTo>
                    <a:pt x="5623663" y="1380436"/>
                  </a:lnTo>
                  <a:lnTo>
                    <a:pt x="5580471" y="1401541"/>
                  </a:lnTo>
                  <a:lnTo>
                    <a:pt x="5536868" y="1421842"/>
                  </a:lnTo>
                  <a:lnTo>
                    <a:pt x="5492928" y="1441498"/>
                  </a:lnTo>
                  <a:lnTo>
                    <a:pt x="5448725" y="1460667"/>
                  </a:lnTo>
                  <a:lnTo>
                    <a:pt x="5402995" y="1479298"/>
                  </a:lnTo>
                  <a:lnTo>
                    <a:pt x="5356672" y="1496593"/>
                  </a:lnTo>
                  <a:lnTo>
                    <a:pt x="5309959" y="1512985"/>
                  </a:lnTo>
                  <a:lnTo>
                    <a:pt x="5169342" y="1560749"/>
                  </a:lnTo>
                  <a:lnTo>
                    <a:pt x="5122461" y="1576485"/>
                  </a:lnTo>
                  <a:lnTo>
                    <a:pt x="5075471" y="1591842"/>
                  </a:lnTo>
                  <a:lnTo>
                    <a:pt x="5028316" y="1606663"/>
                  </a:lnTo>
                  <a:lnTo>
                    <a:pt x="4980941" y="1620789"/>
                  </a:lnTo>
                  <a:lnTo>
                    <a:pt x="4930939" y="1634267"/>
                  </a:lnTo>
                  <a:lnTo>
                    <a:pt x="4880579" y="1646459"/>
                  </a:lnTo>
                  <a:lnTo>
                    <a:pt x="4830076" y="1658174"/>
                  </a:lnTo>
                  <a:lnTo>
                    <a:pt x="4779645" y="1670223"/>
                  </a:lnTo>
                  <a:lnTo>
                    <a:pt x="4765636" y="1674222"/>
                  </a:lnTo>
                  <a:lnTo>
                    <a:pt x="4737810" y="1683269"/>
                  </a:lnTo>
                  <a:lnTo>
                    <a:pt x="4723729" y="1687125"/>
                  </a:lnTo>
                  <a:lnTo>
                    <a:pt x="4633150" y="1708611"/>
                  </a:lnTo>
                  <a:lnTo>
                    <a:pt x="4587800" y="1719140"/>
                  </a:lnTo>
                  <a:lnTo>
                    <a:pt x="4542352" y="1729145"/>
                  </a:lnTo>
                  <a:lnTo>
                    <a:pt x="4496763" y="1738338"/>
                  </a:lnTo>
                  <a:lnTo>
                    <a:pt x="4450257" y="1746843"/>
                  </a:lnTo>
                  <a:lnTo>
                    <a:pt x="4403655" y="1754821"/>
                  </a:lnTo>
                  <a:lnTo>
                    <a:pt x="4263597" y="1777542"/>
                  </a:lnTo>
                  <a:lnTo>
                    <a:pt x="4216932" y="1785358"/>
                  </a:lnTo>
                  <a:lnTo>
                    <a:pt x="4188152" y="1790855"/>
                  </a:lnTo>
                  <a:lnTo>
                    <a:pt x="4130830" y="1802800"/>
                  </a:lnTo>
                  <a:lnTo>
                    <a:pt x="4102050" y="1807725"/>
                  </a:lnTo>
                  <a:lnTo>
                    <a:pt x="4064399" y="1812460"/>
                  </a:lnTo>
                  <a:lnTo>
                    <a:pt x="3988857" y="1820216"/>
                  </a:lnTo>
                  <a:lnTo>
                    <a:pt x="3951205" y="1824881"/>
                  </a:lnTo>
                  <a:lnTo>
                    <a:pt x="3909960" y="1831531"/>
                  </a:lnTo>
                  <a:lnTo>
                    <a:pt x="3827754" y="1846308"/>
                  </a:lnTo>
                  <a:lnTo>
                    <a:pt x="3786509" y="1852457"/>
                  </a:lnTo>
                  <a:lnTo>
                    <a:pt x="3742964" y="1857223"/>
                  </a:lnTo>
                  <a:lnTo>
                    <a:pt x="3699300" y="1860940"/>
                  </a:lnTo>
                  <a:lnTo>
                    <a:pt x="3655588" y="1864324"/>
                  </a:lnTo>
                  <a:lnTo>
                    <a:pt x="3611900" y="1868088"/>
                  </a:lnTo>
                  <a:lnTo>
                    <a:pt x="3597492" y="1870017"/>
                  </a:lnTo>
                  <a:lnTo>
                    <a:pt x="3568867" y="1875254"/>
                  </a:lnTo>
                  <a:lnTo>
                    <a:pt x="3554459" y="1877111"/>
                  </a:lnTo>
                  <a:lnTo>
                    <a:pt x="3361777" y="1893543"/>
                  </a:lnTo>
                  <a:lnTo>
                    <a:pt x="3265386" y="1901106"/>
                  </a:lnTo>
                  <a:lnTo>
                    <a:pt x="3217187" y="1904561"/>
                  </a:lnTo>
                  <a:lnTo>
                    <a:pt x="3166853" y="1907849"/>
                  </a:lnTo>
                  <a:lnTo>
                    <a:pt x="3066151" y="1913472"/>
                  </a:lnTo>
                  <a:lnTo>
                    <a:pt x="2818725" y="1925942"/>
                  </a:lnTo>
                  <a:lnTo>
                    <a:pt x="2770541" y="1927959"/>
                  </a:lnTo>
                  <a:lnTo>
                    <a:pt x="2722334" y="1929214"/>
                  </a:lnTo>
                  <a:lnTo>
                    <a:pt x="2612513" y="1931163"/>
                  </a:lnTo>
                  <a:lnTo>
                    <a:pt x="2557605" y="1931883"/>
                  </a:lnTo>
                  <a:lnTo>
                    <a:pt x="2502719" y="1932095"/>
                  </a:lnTo>
                  <a:close/>
                </a:path>
              </a:pathLst>
            </a:custGeom>
            <a:solidFill>
              <a:srgbClr val="DEA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49977" y="2900233"/>
            <a:ext cx="10784840" cy="65182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050" spc="-130" dirty="0">
                <a:solidFill>
                  <a:srgbClr val="866154"/>
                </a:solidFill>
                <a:latin typeface="Calibri"/>
                <a:cs typeface="Calibri"/>
              </a:rPr>
              <a:t>Main</a:t>
            </a:r>
            <a:r>
              <a:rPr sz="3050" spc="-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866154"/>
                </a:solidFill>
                <a:latin typeface="Calibri"/>
                <a:cs typeface="Calibri"/>
              </a:rPr>
              <a:t>problem:</a:t>
            </a: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50" spc="80" dirty="0">
                <a:solidFill>
                  <a:srgbClr val="866154"/>
                </a:solidFill>
                <a:latin typeface="Calibri"/>
                <a:cs typeface="Calibri"/>
              </a:rPr>
              <a:t>Existing</a:t>
            </a:r>
            <a:r>
              <a:rPr sz="3050" spc="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65" dirty="0">
                <a:solidFill>
                  <a:srgbClr val="866154"/>
                </a:solidFill>
                <a:latin typeface="Calibri"/>
                <a:cs typeface="Calibri"/>
              </a:rPr>
              <a:t>incubators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85" dirty="0">
                <a:solidFill>
                  <a:srgbClr val="866154"/>
                </a:solidFill>
                <a:latin typeface="Calibri"/>
                <a:cs typeface="Calibri"/>
              </a:rPr>
              <a:t>break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40" dirty="0">
                <a:solidFill>
                  <a:srgbClr val="866154"/>
                </a:solidFill>
                <a:latin typeface="Calibri"/>
                <a:cs typeface="Calibri"/>
              </a:rPr>
              <a:t>down,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866154"/>
                </a:solidFill>
                <a:latin typeface="Calibri"/>
                <a:cs typeface="Calibri"/>
              </a:rPr>
              <a:t>and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866154"/>
                </a:solidFill>
                <a:latin typeface="Calibri"/>
                <a:cs typeface="Calibri"/>
              </a:rPr>
              <a:t>hospitals</a:t>
            </a:r>
            <a:r>
              <a:rPr sz="3050" spc="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866154"/>
                </a:solidFill>
                <a:latin typeface="Calibri"/>
                <a:cs typeface="Calibri"/>
              </a:rPr>
              <a:t>cannot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60" dirty="0">
                <a:solidFill>
                  <a:srgbClr val="866154"/>
                </a:solidFill>
                <a:latin typeface="Calibri"/>
                <a:cs typeface="Calibri"/>
              </a:rPr>
              <a:t>repair</a:t>
            </a: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866154"/>
                </a:solidFill>
                <a:latin typeface="Calibri"/>
                <a:cs typeface="Calibri"/>
              </a:rPr>
              <a:t>them.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50" spc="35" dirty="0">
                <a:solidFill>
                  <a:srgbClr val="866154"/>
                </a:solidFill>
                <a:latin typeface="Calibri"/>
                <a:cs typeface="Calibri"/>
              </a:rPr>
              <a:t>Challenges:</a:t>
            </a:r>
            <a:endParaRPr sz="3050">
              <a:latin typeface="Calibri"/>
              <a:cs typeface="Calibri"/>
            </a:endParaRPr>
          </a:p>
          <a:p>
            <a:pPr marL="12700" marR="4923155">
              <a:lnSpc>
                <a:spcPct val="232799"/>
              </a:lnSpc>
            </a:pPr>
            <a:r>
              <a:rPr sz="3050" spc="70" dirty="0">
                <a:solidFill>
                  <a:srgbClr val="866154"/>
                </a:solidFill>
                <a:latin typeface="Calibri"/>
                <a:cs typeface="Calibri"/>
              </a:rPr>
              <a:t>Proprietary</a:t>
            </a:r>
            <a:r>
              <a:rPr sz="3050" spc="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50" dirty="0">
                <a:solidFill>
                  <a:srgbClr val="866154"/>
                </a:solidFill>
                <a:latin typeface="Calibri"/>
                <a:cs typeface="Calibri"/>
              </a:rPr>
              <a:t>spare</a:t>
            </a:r>
            <a:r>
              <a:rPr sz="30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75" dirty="0">
                <a:solidFill>
                  <a:srgbClr val="866154"/>
                </a:solidFill>
                <a:latin typeface="Calibri"/>
                <a:cs typeface="Calibri"/>
              </a:rPr>
              <a:t>parts</a:t>
            </a:r>
            <a:r>
              <a:rPr sz="3050" spc="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35" dirty="0">
                <a:solidFill>
                  <a:srgbClr val="866154"/>
                </a:solidFill>
                <a:latin typeface="Calibri"/>
                <a:cs typeface="Calibri"/>
              </a:rPr>
              <a:t>unavailable </a:t>
            </a:r>
            <a:r>
              <a:rPr sz="3050" spc="140" dirty="0">
                <a:solidFill>
                  <a:srgbClr val="866154"/>
                </a:solidFill>
                <a:latin typeface="Calibri"/>
                <a:cs typeface="Calibri"/>
              </a:rPr>
              <a:t>Lack</a:t>
            </a:r>
            <a:r>
              <a:rPr sz="3050" spc="6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145" dirty="0">
                <a:solidFill>
                  <a:srgbClr val="866154"/>
                </a:solidFill>
                <a:latin typeface="Calibri"/>
                <a:cs typeface="Calibri"/>
              </a:rPr>
              <a:t>of</a:t>
            </a:r>
            <a:r>
              <a:rPr sz="3050" spc="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866154"/>
                </a:solidFill>
                <a:latin typeface="Calibri"/>
                <a:cs typeface="Calibri"/>
              </a:rPr>
              <a:t>biomedical</a:t>
            </a:r>
            <a:r>
              <a:rPr sz="30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866154"/>
                </a:solidFill>
                <a:latin typeface="Calibri"/>
                <a:cs typeface="Calibri"/>
              </a:rPr>
              <a:t>technicians </a:t>
            </a:r>
            <a:r>
              <a:rPr sz="3050" spc="60" dirty="0">
                <a:solidFill>
                  <a:srgbClr val="866154"/>
                </a:solidFill>
                <a:latin typeface="Calibri"/>
                <a:cs typeface="Calibri"/>
              </a:rPr>
              <a:t>Unreliable</a:t>
            </a:r>
            <a:r>
              <a:rPr sz="305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95" dirty="0">
                <a:solidFill>
                  <a:srgbClr val="866154"/>
                </a:solidFill>
                <a:latin typeface="Calibri"/>
                <a:cs typeface="Calibri"/>
              </a:rPr>
              <a:t>electricity</a:t>
            </a:r>
            <a:endParaRPr sz="3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50" spc="90" dirty="0">
                <a:solidFill>
                  <a:srgbClr val="866154"/>
                </a:solidFill>
                <a:latin typeface="Calibri"/>
                <a:cs typeface="Calibri"/>
              </a:rPr>
              <a:t>Dusty,</a:t>
            </a:r>
            <a:r>
              <a:rPr sz="3050" spc="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35" dirty="0">
                <a:solidFill>
                  <a:srgbClr val="866154"/>
                </a:solidFill>
                <a:latin typeface="Calibri"/>
                <a:cs typeface="Calibri"/>
              </a:rPr>
              <a:t>humid,</a:t>
            </a:r>
            <a:r>
              <a:rPr sz="3050" spc="3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866154"/>
                </a:solidFill>
                <a:latin typeface="Calibri"/>
                <a:cs typeface="Calibri"/>
              </a:rPr>
              <a:t>hot</a:t>
            </a:r>
            <a:r>
              <a:rPr sz="3050" spc="3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050" spc="-10" dirty="0">
                <a:solidFill>
                  <a:srgbClr val="866154"/>
                </a:solidFill>
                <a:latin typeface="Calibri"/>
                <a:cs typeface="Calibri"/>
              </a:rPr>
              <a:t>environments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4270">
              <a:lnSpc>
                <a:spcPct val="100000"/>
              </a:lnSpc>
              <a:spcBef>
                <a:spcPts val="110"/>
              </a:spcBef>
            </a:pPr>
            <a:r>
              <a:rPr spc="130" dirty="0"/>
              <a:t>EMPATHISE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1721" y="2832405"/>
            <a:ext cx="9258300" cy="7454900"/>
            <a:chOff x="801721" y="2832405"/>
            <a:chExt cx="9258300" cy="745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5"/>
              <a:ext cx="9258299" cy="74545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3944" y="3905208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30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8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6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1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3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4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2" y="689349"/>
                  </a:lnTo>
                  <a:lnTo>
                    <a:pt x="976898" y="728223"/>
                  </a:lnTo>
                  <a:lnTo>
                    <a:pt x="948250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2"/>
                  </a:lnTo>
                  <a:lnTo>
                    <a:pt x="755268" y="903600"/>
                  </a:lnTo>
                  <a:lnTo>
                    <a:pt x="710239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40629" y="3994292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449" y="3412560"/>
            <a:ext cx="9220200" cy="6874509"/>
            <a:chOff x="8428449" y="3412560"/>
            <a:chExt cx="9220200" cy="68745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61202" y="4405351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29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7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5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2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2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5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3" y="689349"/>
                  </a:lnTo>
                  <a:lnTo>
                    <a:pt x="976899" y="728223"/>
                  </a:lnTo>
                  <a:lnTo>
                    <a:pt x="948251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3"/>
                  </a:lnTo>
                  <a:lnTo>
                    <a:pt x="755268" y="903600"/>
                  </a:lnTo>
                  <a:lnTo>
                    <a:pt x="710240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91367" y="4494435"/>
            <a:ext cx="292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819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626" y="-12525"/>
            <a:ext cx="18048605" cy="3495675"/>
            <a:chOff x="239626" y="-12525"/>
            <a:chExt cx="18048605" cy="34956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 rot="60000">
            <a:off x="3244399" y="4472681"/>
            <a:ext cx="514373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30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igners</a:t>
            </a:r>
            <a:r>
              <a:rPr sz="3250" spc="-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75" baseline="-1709" dirty="0">
                <a:solidFill>
                  <a:srgbClr val="866154"/>
                </a:solidFill>
                <a:latin typeface="Calibri"/>
                <a:cs typeface="Calibri"/>
              </a:rPr>
              <a:t>vis</a:t>
            </a:r>
            <a:r>
              <a:rPr sz="4875" spc="75" baseline="-2564" dirty="0">
                <a:solidFill>
                  <a:srgbClr val="866154"/>
                </a:solidFill>
                <a:latin typeface="Calibri"/>
                <a:cs typeface="Calibri"/>
              </a:rPr>
              <a:t>ite</a:t>
            </a:r>
            <a:r>
              <a:rPr sz="4875" spc="75" baseline="-3418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spc="-7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0" baseline="-4273" dirty="0">
                <a:solidFill>
                  <a:srgbClr val="866154"/>
                </a:solidFill>
                <a:latin typeface="Calibri"/>
                <a:cs typeface="Calibri"/>
              </a:rPr>
              <a:t>ho</a:t>
            </a:r>
            <a:r>
              <a:rPr sz="4875" spc="-30" baseline="-5128" dirty="0">
                <a:solidFill>
                  <a:srgbClr val="866154"/>
                </a:solidFill>
                <a:latin typeface="Calibri"/>
                <a:cs typeface="Calibri"/>
              </a:rPr>
              <a:t>sp</a:t>
            </a:r>
            <a:r>
              <a:rPr sz="4875" spc="-30" baseline="-5982" dirty="0">
                <a:solidFill>
                  <a:srgbClr val="866154"/>
                </a:solidFill>
                <a:latin typeface="Calibri"/>
                <a:cs typeface="Calibri"/>
              </a:rPr>
              <a:t>ita</a:t>
            </a:r>
            <a:r>
              <a:rPr sz="4875" spc="-30" baseline="-6837" dirty="0">
                <a:solidFill>
                  <a:srgbClr val="866154"/>
                </a:solidFill>
                <a:latin typeface="Calibri"/>
                <a:cs typeface="Calibri"/>
              </a:rPr>
              <a:t>ls</a:t>
            </a:r>
            <a:r>
              <a:rPr sz="4875" baseline="-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7" baseline="-7692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60000">
            <a:off x="3225605" y="5050338"/>
            <a:ext cx="515132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05"/>
              </a:lnSpc>
            </a:pPr>
            <a:r>
              <a:rPr sz="4875" spc="-44" baseline="1709" dirty="0">
                <a:solidFill>
                  <a:srgbClr val="866154"/>
                </a:solidFill>
                <a:latin typeface="Calibri"/>
                <a:cs typeface="Calibri"/>
              </a:rPr>
              <a:t>Vi</a:t>
            </a:r>
            <a:r>
              <a:rPr sz="3250" spc="-30" dirty="0">
                <a:solidFill>
                  <a:srgbClr val="866154"/>
                </a:solidFill>
                <a:latin typeface="Calibri"/>
                <a:cs typeface="Calibri"/>
              </a:rPr>
              <a:t>etnam</a:t>
            </a:r>
            <a:r>
              <a:rPr sz="3250" spc="-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70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104" baseline="-1709" dirty="0">
                <a:solidFill>
                  <a:srgbClr val="866154"/>
                </a:solidFill>
                <a:latin typeface="Calibri"/>
                <a:cs typeface="Calibri"/>
              </a:rPr>
              <a:t>nd </a:t>
            </a:r>
            <a:r>
              <a:rPr sz="4875" baseline="-2564" dirty="0">
                <a:solidFill>
                  <a:srgbClr val="866154"/>
                </a:solidFill>
                <a:latin typeface="Calibri"/>
                <a:cs typeface="Calibri"/>
              </a:rPr>
              <a:t>o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the</a:t>
            </a:r>
            <a:r>
              <a:rPr sz="4875" baseline="-4273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spc="-104" baseline="-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5128" dirty="0">
                <a:solidFill>
                  <a:srgbClr val="866154"/>
                </a:solidFill>
                <a:latin typeface="Calibri"/>
                <a:cs typeface="Calibri"/>
              </a:rPr>
              <a:t>co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un</a:t>
            </a:r>
            <a:r>
              <a:rPr sz="4875" spc="-15" baseline="-6837" dirty="0">
                <a:solidFill>
                  <a:srgbClr val="866154"/>
                </a:solidFill>
                <a:latin typeface="Calibri"/>
                <a:cs typeface="Calibri"/>
              </a:rPr>
              <a:t>tri</a:t>
            </a:r>
            <a:r>
              <a:rPr sz="4875" spc="-15" baseline="-7692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4875" spc="-15" baseline="-8547" dirty="0">
                <a:solidFill>
                  <a:srgbClr val="866154"/>
                </a:solidFill>
                <a:latin typeface="Calibri"/>
                <a:cs typeface="Calibri"/>
              </a:rPr>
              <a:t>.</a:t>
            </a:r>
            <a:endParaRPr sz="4875" baseline="-8547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10161278" y="5601145"/>
            <a:ext cx="3125790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O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served</a:t>
            </a:r>
            <a:r>
              <a:rPr sz="3250" spc="11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nu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rs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,</a:t>
            </a:r>
            <a:endParaRPr sz="4875" baseline="-427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10147330" y="6218880"/>
            <a:ext cx="5121578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4875" spc="-60" baseline="2564" dirty="0">
                <a:solidFill>
                  <a:srgbClr val="866154"/>
                </a:solidFill>
                <a:latin typeface="Calibri"/>
                <a:cs typeface="Calibri"/>
              </a:rPr>
              <a:t>te</a:t>
            </a:r>
            <a:r>
              <a:rPr sz="4875" spc="-60" baseline="1709" dirty="0">
                <a:solidFill>
                  <a:srgbClr val="866154"/>
                </a:solidFill>
                <a:latin typeface="Calibri"/>
                <a:cs typeface="Calibri"/>
              </a:rPr>
              <a:t>ch</a:t>
            </a:r>
            <a:r>
              <a:rPr sz="3250" spc="-40" dirty="0">
                <a:solidFill>
                  <a:srgbClr val="866154"/>
                </a:solidFill>
                <a:latin typeface="Calibri"/>
                <a:cs typeface="Calibri"/>
              </a:rPr>
              <a:t>nicians</a:t>
            </a:r>
            <a:r>
              <a:rPr sz="4875" spc="-60" baseline="-1709" dirty="0">
                <a:solidFill>
                  <a:srgbClr val="866154"/>
                </a:solidFill>
                <a:latin typeface="Calibri"/>
                <a:cs typeface="Calibri"/>
              </a:rPr>
              <a:t>,</a:t>
            </a:r>
            <a:r>
              <a:rPr sz="4875" spc="-157" baseline="-170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04" baseline="-1709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104" baseline="-2564" dirty="0">
                <a:solidFill>
                  <a:srgbClr val="866154"/>
                </a:solidFill>
                <a:latin typeface="Calibri"/>
                <a:cs typeface="Calibri"/>
              </a:rPr>
              <a:t>nd</a:t>
            </a:r>
            <a:r>
              <a:rPr sz="4875" spc="-150" baseline="-256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pa</a:t>
            </a:r>
            <a:r>
              <a:rPr sz="4875" baseline="-4273" dirty="0">
                <a:solidFill>
                  <a:srgbClr val="866154"/>
                </a:solidFill>
                <a:latin typeface="Calibri"/>
                <a:cs typeface="Calibri"/>
              </a:rPr>
              <a:t>tie</a:t>
            </a:r>
            <a:r>
              <a:rPr sz="4875" baseline="-5128" dirty="0">
                <a:solidFill>
                  <a:srgbClr val="866154"/>
                </a:solidFill>
                <a:latin typeface="Calibri"/>
                <a:cs typeface="Calibri"/>
              </a:rPr>
              <a:t>nt</a:t>
            </a:r>
            <a:r>
              <a:rPr sz="4875" spc="-150" baseline="-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fl</a:t>
            </a:r>
            <a:r>
              <a:rPr sz="4875" spc="-15" baseline="-6837" dirty="0">
                <a:solidFill>
                  <a:srgbClr val="866154"/>
                </a:solidFill>
                <a:latin typeface="Calibri"/>
                <a:cs typeface="Calibri"/>
              </a:rPr>
              <a:t>ow</a:t>
            </a:r>
            <a:r>
              <a:rPr sz="4875" spc="-15" baseline="-7692" dirty="0">
                <a:solidFill>
                  <a:srgbClr val="866154"/>
                </a:solidFill>
                <a:latin typeface="Calibri"/>
                <a:cs typeface="Calibri"/>
              </a:rPr>
              <a:t>.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10109242" y="7367382"/>
            <a:ext cx="4798863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</a:pPr>
            <a:r>
              <a:rPr sz="4875" spc="89" baseline="3418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875" spc="89" baseline="2564" dirty="0">
                <a:solidFill>
                  <a:srgbClr val="866154"/>
                </a:solidFill>
                <a:latin typeface="Calibri"/>
                <a:cs typeface="Calibri"/>
              </a:rPr>
              <a:t>tu</a:t>
            </a:r>
            <a:r>
              <a:rPr sz="4875" spc="89" baseline="1709" dirty="0">
                <a:solidFill>
                  <a:srgbClr val="866154"/>
                </a:solidFill>
                <a:latin typeface="Calibri"/>
                <a:cs typeface="Calibri"/>
              </a:rPr>
              <a:t>die</a:t>
            </a:r>
            <a:r>
              <a:rPr sz="3250" spc="60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32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real</a:t>
            </a:r>
            <a:r>
              <a:rPr sz="3250" spc="7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e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nv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ir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on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me</a:t>
            </a:r>
            <a:r>
              <a:rPr sz="4875" spc="-15" baseline="-5128" dirty="0">
                <a:solidFill>
                  <a:srgbClr val="866154"/>
                </a:solidFill>
                <a:latin typeface="Calibri"/>
                <a:cs typeface="Calibri"/>
              </a:rPr>
              <a:t>nt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al</a:t>
            </a:r>
            <a:endParaRPr sz="4875" baseline="-5982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10079671" y="7889748"/>
            <a:ext cx="2119315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on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straint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s.</a:t>
            </a:r>
            <a:endParaRPr sz="4875" baseline="-170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2500"/>
            <a:ext cx="18287997" cy="9808694"/>
            <a:chOff x="0" y="478305"/>
            <a:chExt cx="18287997" cy="9808694"/>
          </a:xfrm>
        </p:grpSpPr>
        <p:sp>
          <p:nvSpPr>
            <p:cNvPr id="3" name="object 3"/>
            <p:cNvSpPr/>
            <p:nvPr/>
          </p:nvSpPr>
          <p:spPr>
            <a:xfrm>
              <a:off x="936881" y="478305"/>
              <a:ext cx="16320769" cy="6989453"/>
            </a:xfrm>
            <a:custGeom>
              <a:avLst/>
              <a:gdLst/>
              <a:ahLst/>
              <a:cxnLst/>
              <a:rect l="l" t="t" r="r" b="b"/>
              <a:pathLst>
                <a:path w="16320769" h="6883400">
                  <a:moveTo>
                    <a:pt x="15836643" y="6883143"/>
                  </a:moveTo>
                  <a:lnTo>
                    <a:pt x="485775" y="6883143"/>
                  </a:lnTo>
                  <a:lnTo>
                    <a:pt x="437762" y="6880767"/>
                  </a:lnTo>
                  <a:lnTo>
                    <a:pt x="390562" y="6873723"/>
                  </a:lnTo>
                  <a:lnTo>
                    <a:pt x="344494" y="6862146"/>
                  </a:lnTo>
                  <a:lnTo>
                    <a:pt x="299876" y="6846166"/>
                  </a:lnTo>
                  <a:lnTo>
                    <a:pt x="257028" y="6825916"/>
                  </a:lnTo>
                  <a:lnTo>
                    <a:pt x="216266" y="6801528"/>
                  </a:lnTo>
                  <a:lnTo>
                    <a:pt x="177911" y="6773133"/>
                  </a:lnTo>
                  <a:lnTo>
                    <a:pt x="142280" y="6740863"/>
                  </a:lnTo>
                  <a:lnTo>
                    <a:pt x="110010" y="6705232"/>
                  </a:lnTo>
                  <a:lnTo>
                    <a:pt x="81615" y="6666877"/>
                  </a:lnTo>
                  <a:lnTo>
                    <a:pt x="57227" y="6626116"/>
                  </a:lnTo>
                  <a:lnTo>
                    <a:pt x="36977" y="6583267"/>
                  </a:lnTo>
                  <a:lnTo>
                    <a:pt x="20997" y="6538649"/>
                  </a:lnTo>
                  <a:lnTo>
                    <a:pt x="9420" y="6492581"/>
                  </a:lnTo>
                  <a:lnTo>
                    <a:pt x="2377" y="6445382"/>
                  </a:lnTo>
                  <a:lnTo>
                    <a:pt x="0" y="6397369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5836643" y="0"/>
                  </a:lnTo>
                  <a:lnTo>
                    <a:pt x="15884656" y="2377"/>
                  </a:lnTo>
                  <a:lnTo>
                    <a:pt x="15931855" y="9420"/>
                  </a:lnTo>
                  <a:lnTo>
                    <a:pt x="15977923" y="20997"/>
                  </a:lnTo>
                  <a:lnTo>
                    <a:pt x="16022541" y="36977"/>
                  </a:lnTo>
                  <a:lnTo>
                    <a:pt x="16065390" y="57227"/>
                  </a:lnTo>
                  <a:lnTo>
                    <a:pt x="16106151" y="81615"/>
                  </a:lnTo>
                  <a:lnTo>
                    <a:pt x="16144507" y="110010"/>
                  </a:lnTo>
                  <a:lnTo>
                    <a:pt x="16180138" y="142280"/>
                  </a:lnTo>
                  <a:lnTo>
                    <a:pt x="16212408" y="177911"/>
                  </a:lnTo>
                  <a:lnTo>
                    <a:pt x="16240803" y="216266"/>
                  </a:lnTo>
                  <a:lnTo>
                    <a:pt x="16265191" y="257028"/>
                  </a:lnTo>
                  <a:lnTo>
                    <a:pt x="16285442" y="299876"/>
                  </a:lnTo>
                  <a:lnTo>
                    <a:pt x="16301422" y="344494"/>
                  </a:lnTo>
                  <a:lnTo>
                    <a:pt x="16312999" y="390562"/>
                  </a:lnTo>
                  <a:lnTo>
                    <a:pt x="16320042" y="437762"/>
                  </a:lnTo>
                  <a:lnTo>
                    <a:pt x="16320579" y="448595"/>
                  </a:lnTo>
                  <a:lnTo>
                    <a:pt x="16320579" y="6434548"/>
                  </a:lnTo>
                  <a:lnTo>
                    <a:pt x="16312999" y="6492581"/>
                  </a:lnTo>
                  <a:lnTo>
                    <a:pt x="16301422" y="6538649"/>
                  </a:lnTo>
                  <a:lnTo>
                    <a:pt x="16285442" y="6583267"/>
                  </a:lnTo>
                  <a:lnTo>
                    <a:pt x="16265191" y="6626116"/>
                  </a:lnTo>
                  <a:lnTo>
                    <a:pt x="16240803" y="6666877"/>
                  </a:lnTo>
                  <a:lnTo>
                    <a:pt x="16212408" y="6705232"/>
                  </a:lnTo>
                  <a:lnTo>
                    <a:pt x="16180138" y="6740863"/>
                  </a:lnTo>
                  <a:lnTo>
                    <a:pt x="16144507" y="6773133"/>
                  </a:lnTo>
                  <a:lnTo>
                    <a:pt x="16106151" y="6801528"/>
                  </a:lnTo>
                  <a:lnTo>
                    <a:pt x="16065390" y="6825916"/>
                  </a:lnTo>
                  <a:lnTo>
                    <a:pt x="16022541" y="6846166"/>
                  </a:lnTo>
                  <a:lnTo>
                    <a:pt x="15977923" y="6862146"/>
                  </a:lnTo>
                  <a:lnTo>
                    <a:pt x="15931855" y="6873723"/>
                  </a:lnTo>
                  <a:lnTo>
                    <a:pt x="15884656" y="6880767"/>
                  </a:lnTo>
                  <a:lnTo>
                    <a:pt x="15836643" y="68831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52831"/>
              <a:ext cx="2432134" cy="48341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4907" y="6368906"/>
              <a:ext cx="3233090" cy="391809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91200" y="1202252"/>
            <a:ext cx="6124575" cy="1098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0" spc="475" dirty="0"/>
              <a:t>INSIGHTS</a:t>
            </a:r>
            <a:r>
              <a:rPr sz="7000" spc="-300" dirty="0"/>
              <a:t> </a:t>
            </a:r>
            <a:r>
              <a:rPr sz="7000" spc="-430" dirty="0"/>
              <a:t>FROM</a:t>
            </a:r>
            <a:endParaRPr sz="7000" dirty="0"/>
          </a:p>
        </p:txBody>
      </p:sp>
      <p:sp>
        <p:nvSpPr>
          <p:cNvPr id="7" name="object 7"/>
          <p:cNvSpPr txBox="1"/>
          <p:nvPr/>
        </p:nvSpPr>
        <p:spPr>
          <a:xfrm>
            <a:off x="1528177" y="375263"/>
            <a:ext cx="15001240" cy="6989733"/>
          </a:xfrm>
          <a:prstGeom prst="rect">
            <a:avLst/>
          </a:prstGeom>
        </p:spPr>
        <p:txBody>
          <a:bodyPr vert="horz" wrap="square" lIns="0" tIns="470534" rIns="0" bIns="0" rtlCol="0">
            <a:spAutoFit/>
          </a:bodyPr>
          <a:lstStyle/>
          <a:p>
            <a:pPr marR="561340" algn="ctr">
              <a:lnSpc>
                <a:spcPct val="100000"/>
              </a:lnSpc>
              <a:spcBef>
                <a:spcPts val="3704"/>
              </a:spcBef>
            </a:pPr>
            <a:endParaRPr lang="en-US" sz="7000" spc="-75" dirty="0">
              <a:solidFill>
                <a:srgbClr val="866154"/>
              </a:solidFill>
              <a:highlight>
                <a:srgbClr val="FFFF00"/>
              </a:highlight>
              <a:latin typeface="Calibri"/>
              <a:cs typeface="Calibri"/>
            </a:endParaRPr>
          </a:p>
          <a:p>
            <a:pPr marR="561340" algn="ctr">
              <a:lnSpc>
                <a:spcPct val="100000"/>
              </a:lnSpc>
              <a:spcBef>
                <a:spcPts val="3704"/>
              </a:spcBef>
            </a:pPr>
            <a:r>
              <a:rPr sz="7000" u="sng" spc="-75" dirty="0">
                <a:solidFill>
                  <a:srgbClr val="866154"/>
                </a:solidFill>
                <a:highlight>
                  <a:srgbClr val="FFFF00"/>
                </a:highlight>
                <a:latin typeface="Calibri"/>
                <a:cs typeface="Calibri"/>
              </a:rPr>
              <a:t>EMPATHY</a:t>
            </a:r>
            <a:r>
              <a:rPr sz="7000" u="sng" spc="-275" dirty="0">
                <a:solidFill>
                  <a:srgbClr val="866154"/>
                </a:solidFill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7000" u="sng" spc="-20" dirty="0">
                <a:solidFill>
                  <a:srgbClr val="866154"/>
                </a:solidFill>
                <a:highlight>
                  <a:srgbClr val="FFFF00"/>
                </a:highlight>
                <a:latin typeface="Calibri"/>
                <a:cs typeface="Calibri"/>
              </a:rPr>
              <a:t>WORK</a:t>
            </a:r>
            <a:endParaRPr lang="en-US" sz="7000" u="sng" spc="-20" dirty="0">
              <a:solidFill>
                <a:srgbClr val="866154"/>
              </a:solidFill>
              <a:highlight>
                <a:srgbClr val="FFFF00"/>
              </a:highlight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405"/>
              </a:spcBef>
            </a:pPr>
            <a:r>
              <a:rPr sz="4650" spc="170" dirty="0">
                <a:solidFill>
                  <a:srgbClr val="866154"/>
                </a:solidFill>
                <a:latin typeface="Calibri"/>
                <a:cs typeface="Calibri"/>
              </a:rPr>
              <a:t>Nurses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need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-10" dirty="0">
                <a:solidFill>
                  <a:srgbClr val="866154"/>
                </a:solidFill>
                <a:latin typeface="Calibri"/>
                <a:cs typeface="Calibri"/>
              </a:rPr>
              <a:t>simple,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155" dirty="0">
                <a:solidFill>
                  <a:srgbClr val="866154"/>
                </a:solidFill>
                <a:latin typeface="Calibri"/>
                <a:cs typeface="Calibri"/>
              </a:rPr>
              <a:t>intuitive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114" dirty="0">
                <a:solidFill>
                  <a:srgbClr val="866154"/>
                </a:solidFill>
                <a:latin typeface="Calibri"/>
                <a:cs typeface="Calibri"/>
              </a:rPr>
              <a:t>devices.</a:t>
            </a:r>
            <a:endParaRPr sz="46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Technicians</a:t>
            </a:r>
            <a:r>
              <a:rPr sz="465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cannot</a:t>
            </a:r>
            <a:r>
              <a:rPr sz="465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229" dirty="0">
                <a:solidFill>
                  <a:srgbClr val="866154"/>
                </a:solidFill>
                <a:latin typeface="Calibri"/>
                <a:cs typeface="Calibri"/>
              </a:rPr>
              <a:t>fix</a:t>
            </a:r>
            <a:r>
              <a:rPr sz="465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medical</a:t>
            </a:r>
            <a:r>
              <a:rPr sz="4650" spc="11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-10" dirty="0">
                <a:solidFill>
                  <a:srgbClr val="866154"/>
                </a:solidFill>
                <a:latin typeface="Calibri"/>
                <a:cs typeface="Calibri"/>
              </a:rPr>
              <a:t>machines.</a:t>
            </a:r>
            <a:endParaRPr sz="46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BUT…</a:t>
            </a:r>
            <a:r>
              <a:rPr sz="4650" spc="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mechanics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can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110" dirty="0">
                <a:solidFill>
                  <a:srgbClr val="866154"/>
                </a:solidFill>
                <a:latin typeface="Calibri"/>
                <a:cs typeface="Calibri"/>
              </a:rPr>
              <a:t>repair</a:t>
            </a:r>
            <a:r>
              <a:rPr sz="4650" spc="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anything</a:t>
            </a:r>
            <a:r>
              <a:rPr sz="4650" spc="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dirty="0">
                <a:solidFill>
                  <a:srgbClr val="866154"/>
                </a:solidFill>
                <a:latin typeface="Calibri"/>
                <a:cs typeface="Calibri"/>
              </a:rPr>
              <a:t>on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60" dirty="0">
                <a:solidFill>
                  <a:srgbClr val="866154"/>
                </a:solidFill>
                <a:latin typeface="Calibri"/>
                <a:cs typeface="Calibri"/>
              </a:rPr>
              <a:t>motorcycles </a:t>
            </a:r>
            <a:r>
              <a:rPr sz="4650" spc="130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65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650" spc="105" dirty="0">
                <a:solidFill>
                  <a:srgbClr val="866154"/>
                </a:solidFill>
                <a:latin typeface="Calibri"/>
                <a:cs typeface="Calibri"/>
              </a:rPr>
              <a:t>cars.</a:t>
            </a:r>
            <a:endParaRPr lang="en-US" sz="4650" spc="105" dirty="0">
              <a:solidFill>
                <a:srgbClr val="866154"/>
              </a:solidFill>
              <a:latin typeface="Calibri"/>
              <a:cs typeface="Calibri"/>
            </a:endParaRPr>
          </a:p>
          <a:p>
            <a:pPr algn="ctr"/>
            <a:r>
              <a:rPr lang="en-US" sz="4650" spc="325" dirty="0">
                <a:solidFill>
                  <a:srgbClr val="866154"/>
                </a:solidFill>
                <a:latin typeface="Calibri"/>
                <a:cs typeface="Calibri"/>
              </a:rPr>
              <a:t>Car</a:t>
            </a:r>
            <a:r>
              <a:rPr lang="en-US" sz="4650" spc="6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spc="130" dirty="0">
                <a:solidFill>
                  <a:srgbClr val="866154"/>
                </a:solidFill>
                <a:latin typeface="Calibri"/>
                <a:cs typeface="Calibri"/>
              </a:rPr>
              <a:t>parts</a:t>
            </a:r>
            <a:r>
              <a:rPr lang="en-US" sz="46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spc="165" dirty="0">
                <a:solidFill>
                  <a:srgbClr val="866154"/>
                </a:solidFill>
                <a:latin typeface="Calibri"/>
                <a:cs typeface="Calibri"/>
              </a:rPr>
              <a:t>are</a:t>
            </a:r>
            <a:r>
              <a:rPr lang="en-US" sz="46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dirty="0">
                <a:solidFill>
                  <a:srgbClr val="866154"/>
                </a:solidFill>
                <a:latin typeface="Calibri"/>
                <a:cs typeface="Calibri"/>
              </a:rPr>
              <a:t>cheap,</a:t>
            </a:r>
            <a:r>
              <a:rPr lang="en-US" sz="46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spc="95" dirty="0">
                <a:solidFill>
                  <a:srgbClr val="866154"/>
                </a:solidFill>
                <a:latin typeface="Calibri"/>
                <a:cs typeface="Calibri"/>
              </a:rPr>
              <a:t>available,</a:t>
            </a:r>
            <a:r>
              <a:rPr lang="en-US" sz="46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dirty="0">
                <a:solidFill>
                  <a:srgbClr val="866154"/>
                </a:solidFill>
                <a:latin typeface="Calibri"/>
                <a:cs typeface="Calibri"/>
              </a:rPr>
              <a:t>and</a:t>
            </a:r>
            <a:r>
              <a:rPr lang="en-US" sz="465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lang="en-US" sz="4650" spc="40" dirty="0">
                <a:solidFill>
                  <a:srgbClr val="866154"/>
                </a:solidFill>
                <a:latin typeface="Calibri"/>
                <a:cs typeface="Calibri"/>
              </a:rPr>
              <a:t>familiar.</a:t>
            </a:r>
            <a:endParaRPr lang="en-US" sz="465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endParaRPr sz="46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99790">
              <a:lnSpc>
                <a:spcPct val="100000"/>
              </a:lnSpc>
              <a:spcBef>
                <a:spcPts val="110"/>
              </a:spcBef>
            </a:pPr>
            <a:r>
              <a:rPr spc="310" dirty="0"/>
              <a:t>DEFINE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1721" y="2832405"/>
            <a:ext cx="9258300" cy="7454900"/>
            <a:chOff x="801721" y="2832405"/>
            <a:chExt cx="9258300" cy="745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5"/>
              <a:ext cx="9258299" cy="74545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3944" y="3905208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30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8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6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1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3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4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2" y="689349"/>
                  </a:lnTo>
                  <a:lnTo>
                    <a:pt x="976898" y="728223"/>
                  </a:lnTo>
                  <a:lnTo>
                    <a:pt x="948250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2"/>
                  </a:lnTo>
                  <a:lnTo>
                    <a:pt x="755268" y="903600"/>
                  </a:lnTo>
                  <a:lnTo>
                    <a:pt x="710239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40629" y="3994292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449" y="3412560"/>
            <a:ext cx="9220200" cy="6874509"/>
            <a:chOff x="8428449" y="3412560"/>
            <a:chExt cx="9220200" cy="68745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61202" y="4405351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29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7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5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2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2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5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3" y="689349"/>
                  </a:lnTo>
                  <a:lnTo>
                    <a:pt x="976899" y="728223"/>
                  </a:lnTo>
                  <a:lnTo>
                    <a:pt x="948251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3"/>
                  </a:lnTo>
                  <a:lnTo>
                    <a:pt x="755268" y="903600"/>
                  </a:lnTo>
                  <a:lnTo>
                    <a:pt x="710240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91367" y="4494435"/>
            <a:ext cx="292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819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626" y="-12525"/>
            <a:ext cx="18048605" cy="3495675"/>
            <a:chOff x="239626" y="-12525"/>
            <a:chExt cx="18048605" cy="34956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 rot="60000">
            <a:off x="3242681" y="4452871"/>
            <a:ext cx="4159649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4"/>
              </a:lnSpc>
            </a:pPr>
            <a:r>
              <a:rPr sz="4875" spc="-232" baseline="4273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875" spc="-232" baseline="3418" dirty="0">
                <a:solidFill>
                  <a:srgbClr val="866154"/>
                </a:solidFill>
                <a:latin typeface="Calibri"/>
                <a:cs typeface="Calibri"/>
              </a:rPr>
              <a:t>o</a:t>
            </a:r>
            <a:r>
              <a:rPr sz="4875" spc="-232" baseline="2564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4875" spc="-44" baseline="256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27" baseline="2564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875" spc="-127" baseline="1709" dirty="0">
                <a:solidFill>
                  <a:srgbClr val="866154"/>
                </a:solidFill>
                <a:latin typeface="Calibri"/>
                <a:cs typeface="Calibri"/>
              </a:rPr>
              <a:t>ig</a:t>
            </a:r>
            <a:r>
              <a:rPr sz="3250" spc="-85" dirty="0">
                <a:solidFill>
                  <a:srgbClr val="866154"/>
                </a:solidFill>
                <a:latin typeface="Calibri"/>
                <a:cs typeface="Calibri"/>
              </a:rPr>
              <a:t>ht</a:t>
            </a:r>
            <a:r>
              <a:rPr sz="3250" spc="-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we</a:t>
            </a:r>
            <a:r>
              <a:rPr sz="3250" spc="-15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baseline="-1709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4875" baseline="-2564" dirty="0">
                <a:solidFill>
                  <a:srgbClr val="866154"/>
                </a:solidFill>
                <a:latin typeface="Calibri"/>
                <a:cs typeface="Calibri"/>
              </a:rPr>
              <a:t>ig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n</a:t>
            </a:r>
            <a:r>
              <a:rPr sz="4875" spc="-142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7" baseline="-3418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37" baseline="-4273" dirty="0">
                <a:solidFill>
                  <a:srgbClr val="866154"/>
                </a:solidFill>
                <a:latin typeface="Calibri"/>
                <a:cs typeface="Calibri"/>
              </a:rPr>
              <a:t>n</a:t>
            </a:r>
            <a:endParaRPr sz="4875" baseline="-4273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60000">
            <a:off x="3225293" y="5044975"/>
            <a:ext cx="49323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9401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875" baseline="8547" dirty="0">
                <a:solidFill>
                  <a:srgbClr val="866154"/>
                </a:solidFill>
                <a:latin typeface="Calibri"/>
                <a:cs typeface="Calibri"/>
              </a:rPr>
              <a:t>cu</a:t>
            </a:r>
            <a:r>
              <a:rPr sz="4875" baseline="7692" dirty="0">
                <a:solidFill>
                  <a:srgbClr val="866154"/>
                </a:solidFill>
                <a:latin typeface="Calibri"/>
                <a:cs typeface="Calibri"/>
              </a:rPr>
              <a:t>ba</a:t>
            </a:r>
            <a:r>
              <a:rPr sz="4875" baseline="6837" dirty="0">
                <a:solidFill>
                  <a:srgbClr val="866154"/>
                </a:solidFill>
                <a:latin typeface="Calibri"/>
                <a:cs typeface="Calibri"/>
              </a:rPr>
              <a:t>tor</a:t>
            </a:r>
            <a:r>
              <a:rPr sz="4875" spc="-15" baseline="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5982" dirty="0">
                <a:solidFill>
                  <a:srgbClr val="866154"/>
                </a:solidFill>
                <a:latin typeface="Calibri"/>
                <a:cs typeface="Calibri"/>
              </a:rPr>
              <a:t>t</a:t>
            </a: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hat</a:t>
            </a:r>
            <a:r>
              <a:rPr sz="4875" spc="7" baseline="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0" baseline="4273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875" spc="-30" baseline="3418" dirty="0">
                <a:solidFill>
                  <a:srgbClr val="866154"/>
                </a:solidFill>
                <a:latin typeface="Calibri"/>
                <a:cs typeface="Calibri"/>
              </a:rPr>
              <a:t>an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be</a:t>
            </a:r>
            <a:r>
              <a:rPr sz="4875" spc="7" baseline="256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e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asily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3206730" y="5625838"/>
            <a:ext cx="5099426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10256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baseline="9401" dirty="0">
                <a:solidFill>
                  <a:srgbClr val="866154"/>
                </a:solidFill>
                <a:latin typeface="Calibri"/>
                <a:cs typeface="Calibri"/>
              </a:rPr>
              <a:t>ep</a:t>
            </a:r>
            <a:r>
              <a:rPr sz="4875" baseline="8547" dirty="0">
                <a:solidFill>
                  <a:srgbClr val="866154"/>
                </a:solidFill>
                <a:latin typeface="Calibri"/>
                <a:cs typeface="Calibri"/>
              </a:rPr>
              <a:t>ai</a:t>
            </a:r>
            <a:r>
              <a:rPr sz="4875" baseline="7692" dirty="0">
                <a:solidFill>
                  <a:srgbClr val="866154"/>
                </a:solidFill>
                <a:latin typeface="Calibri"/>
                <a:cs typeface="Calibri"/>
              </a:rPr>
              <a:t>red</a:t>
            </a:r>
            <a:r>
              <a:rPr sz="4875" spc="-67" baseline="769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0" baseline="6837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4875" spc="-30" baseline="5982" dirty="0">
                <a:solidFill>
                  <a:srgbClr val="866154"/>
                </a:solidFill>
                <a:latin typeface="Calibri"/>
                <a:cs typeface="Calibri"/>
              </a:rPr>
              <a:t>it</a:t>
            </a:r>
            <a:r>
              <a:rPr sz="4875" spc="-30" baseline="5128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875" spc="-60" baseline="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p</a:t>
            </a: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ts</a:t>
            </a:r>
            <a:r>
              <a:rPr sz="4875" spc="-67" baseline="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04" baseline="2564" dirty="0">
                <a:solidFill>
                  <a:srgbClr val="866154"/>
                </a:solidFill>
                <a:latin typeface="Calibri"/>
                <a:cs typeface="Calibri"/>
              </a:rPr>
              <a:t>an</a:t>
            </a:r>
            <a:r>
              <a:rPr sz="4875" spc="-104" baseline="1709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spc="-60" baseline="170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kills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3182680" y="6162543"/>
            <a:ext cx="302889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80"/>
              </a:lnSpc>
            </a:pP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vailable</a:t>
            </a:r>
            <a:r>
              <a:rPr sz="3250" spc="-3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lo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ca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lly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?</a:t>
            </a:r>
            <a:endParaRPr sz="4875" baseline="-427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10846766" y="4595158"/>
            <a:ext cx="1737473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82" baseline="3831" dirty="0">
                <a:solidFill>
                  <a:srgbClr val="866154"/>
                </a:solidFill>
                <a:latin typeface="Calibri"/>
                <a:cs typeface="Calibri"/>
              </a:rPr>
              <a:t>K</a:t>
            </a:r>
            <a:r>
              <a:rPr sz="4350" spc="82" baseline="2873" dirty="0">
                <a:solidFill>
                  <a:srgbClr val="866154"/>
                </a:solidFill>
                <a:latin typeface="Calibri"/>
                <a:cs typeface="Calibri"/>
              </a:rPr>
              <a:t>ey</a:t>
            </a:r>
            <a:r>
              <a:rPr sz="4350" spc="-7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ne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eds: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10824072" y="5667984"/>
            <a:ext cx="4050932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4350" spc="187" baseline="2873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350" spc="187" baseline="1915" dirty="0">
                <a:solidFill>
                  <a:srgbClr val="866154"/>
                </a:solidFill>
                <a:latin typeface="Calibri"/>
                <a:cs typeface="Calibri"/>
              </a:rPr>
              <a:t>afe</a:t>
            </a:r>
            <a:r>
              <a:rPr sz="4350" spc="-120" baseline="19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temper</a:t>
            </a:r>
            <a:r>
              <a:rPr sz="4350" baseline="-1915" dirty="0">
                <a:solidFill>
                  <a:srgbClr val="866154"/>
                </a:solidFill>
                <a:latin typeface="Calibri"/>
                <a:cs typeface="Calibri"/>
              </a:rPr>
              <a:t>at</a:t>
            </a:r>
            <a:r>
              <a:rPr sz="4350" baseline="-2873" dirty="0">
                <a:solidFill>
                  <a:srgbClr val="866154"/>
                </a:solidFill>
                <a:latin typeface="Calibri"/>
                <a:cs typeface="Calibri"/>
              </a:rPr>
              <a:t>ure</a:t>
            </a:r>
            <a:r>
              <a:rPr sz="4350" spc="-112" baseline="-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-3831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350" spc="-15" baseline="-4789" dirty="0">
                <a:solidFill>
                  <a:srgbClr val="866154"/>
                </a:solidFill>
                <a:latin typeface="Calibri"/>
                <a:cs typeface="Calibri"/>
              </a:rPr>
              <a:t>ont</a:t>
            </a:r>
            <a:r>
              <a:rPr sz="4350" spc="-15" baseline="-5747" dirty="0">
                <a:solidFill>
                  <a:srgbClr val="866154"/>
                </a:solidFill>
                <a:latin typeface="Calibri"/>
                <a:cs typeface="Calibri"/>
              </a:rPr>
              <a:t>ro</a:t>
            </a:r>
            <a:r>
              <a:rPr sz="4350" spc="-15" baseline="-6704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endParaRPr sz="4350" baseline="-6704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10783264" y="6654396"/>
            <a:ext cx="209323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1915" dirty="0">
                <a:solidFill>
                  <a:srgbClr val="866154"/>
                </a:solidFill>
                <a:latin typeface="Calibri"/>
                <a:cs typeface="Calibri"/>
              </a:rPr>
              <a:t>Ea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sy</a:t>
            </a:r>
            <a:r>
              <a:rPr sz="2900" spc="7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60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2900" spc="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866154"/>
                </a:solidFill>
                <a:latin typeface="Calibri"/>
                <a:cs typeface="Calibri"/>
              </a:rPr>
              <a:t>cle</a:t>
            </a:r>
            <a:r>
              <a:rPr sz="4350" spc="-30" baseline="-1915" dirty="0">
                <a:solidFill>
                  <a:srgbClr val="866154"/>
                </a:solidFill>
                <a:latin typeface="Calibri"/>
                <a:cs typeface="Calibri"/>
              </a:rPr>
              <a:t>an</a:t>
            </a:r>
            <a:endParaRPr sz="4350" baseline="-191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10754711" y="7699464"/>
            <a:ext cx="303550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4350" spc="-67" baseline="1915" dirty="0">
                <a:solidFill>
                  <a:srgbClr val="866154"/>
                </a:solidFill>
                <a:latin typeface="Calibri"/>
                <a:cs typeface="Calibri"/>
              </a:rPr>
              <a:t>Re</a:t>
            </a:r>
            <a:r>
              <a:rPr sz="2900" spc="-45" dirty="0">
                <a:solidFill>
                  <a:srgbClr val="866154"/>
                </a:solidFill>
                <a:latin typeface="Calibri"/>
                <a:cs typeface="Calibri"/>
              </a:rPr>
              <a:t>dundant</a:t>
            </a:r>
            <a:r>
              <a:rPr sz="2900" spc="-11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-1915" dirty="0">
                <a:solidFill>
                  <a:srgbClr val="866154"/>
                </a:solidFill>
                <a:latin typeface="Calibri"/>
                <a:cs typeface="Calibri"/>
              </a:rPr>
              <a:t>sy</a:t>
            </a:r>
            <a:r>
              <a:rPr sz="4350" spc="-15" baseline="-2873" dirty="0">
                <a:solidFill>
                  <a:srgbClr val="866154"/>
                </a:solidFill>
                <a:latin typeface="Calibri"/>
                <a:cs typeface="Calibri"/>
              </a:rPr>
              <a:t>ste</a:t>
            </a:r>
            <a:r>
              <a:rPr sz="4350" spc="-15" baseline="-3831" dirty="0">
                <a:solidFill>
                  <a:srgbClr val="866154"/>
                </a:solidFill>
                <a:latin typeface="Calibri"/>
                <a:cs typeface="Calibri"/>
              </a:rPr>
              <a:t>ms</a:t>
            </a:r>
            <a:endParaRPr sz="4350" baseline="-3831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 rot="60000">
            <a:off x="10724447" y="8753328"/>
            <a:ext cx="4419099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9578" dirty="0">
                <a:solidFill>
                  <a:srgbClr val="866154"/>
                </a:solidFill>
                <a:latin typeface="Calibri"/>
                <a:cs typeface="Calibri"/>
              </a:rPr>
              <a:t>Lo</a:t>
            </a:r>
            <a:r>
              <a:rPr sz="4350" baseline="8620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4350" spc="-7" baseline="86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7662" dirty="0">
                <a:solidFill>
                  <a:srgbClr val="866154"/>
                </a:solidFill>
                <a:latin typeface="Calibri"/>
                <a:cs typeface="Calibri"/>
              </a:rPr>
              <a:t>co</a:t>
            </a:r>
            <a:r>
              <a:rPr sz="4350" baseline="6704" dirty="0">
                <a:solidFill>
                  <a:srgbClr val="866154"/>
                </a:solidFill>
                <a:latin typeface="Calibri"/>
                <a:cs typeface="Calibri"/>
              </a:rPr>
              <a:t>st</a:t>
            </a:r>
            <a:r>
              <a:rPr sz="4350" spc="-7" baseline="670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04" baseline="5747" dirty="0">
                <a:solidFill>
                  <a:srgbClr val="866154"/>
                </a:solidFill>
                <a:latin typeface="Calibri"/>
                <a:cs typeface="Calibri"/>
              </a:rPr>
              <a:t>and</a:t>
            </a:r>
            <a:r>
              <a:rPr sz="4350" spc="-7" baseline="574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20" baseline="4789" dirty="0">
                <a:solidFill>
                  <a:srgbClr val="866154"/>
                </a:solidFill>
                <a:latin typeface="Calibri"/>
                <a:cs typeface="Calibri"/>
              </a:rPr>
              <a:t>lo</a:t>
            </a:r>
            <a:r>
              <a:rPr sz="4350" spc="-120" baseline="3831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4350" spc="-7" baseline="3831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3831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om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pl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exity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45614">
              <a:lnSpc>
                <a:spcPct val="100000"/>
              </a:lnSpc>
              <a:spcBef>
                <a:spcPts val="110"/>
              </a:spcBef>
            </a:pPr>
            <a:r>
              <a:rPr spc="545" dirty="0"/>
              <a:t>IDEATE</a:t>
            </a:r>
            <a:r>
              <a:rPr spc="-375" dirty="0"/>
              <a:t> </a:t>
            </a:r>
            <a:r>
              <a:rPr spc="459" dirty="0"/>
              <a:t>STAGE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1721" y="2832405"/>
            <a:ext cx="9258300" cy="7454900"/>
            <a:chOff x="801721" y="2832405"/>
            <a:chExt cx="9258300" cy="745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5"/>
              <a:ext cx="9258299" cy="74545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3944" y="3905208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30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8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6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1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3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4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2" y="689349"/>
                  </a:lnTo>
                  <a:lnTo>
                    <a:pt x="976898" y="728223"/>
                  </a:lnTo>
                  <a:lnTo>
                    <a:pt x="948250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2"/>
                  </a:lnTo>
                  <a:lnTo>
                    <a:pt x="755268" y="903600"/>
                  </a:lnTo>
                  <a:lnTo>
                    <a:pt x="710239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40629" y="3994292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449" y="3412560"/>
            <a:ext cx="9220200" cy="6874509"/>
            <a:chOff x="8428449" y="3412560"/>
            <a:chExt cx="9220200" cy="68745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61202" y="4405351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29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7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5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2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2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5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3" y="689349"/>
                  </a:lnTo>
                  <a:lnTo>
                    <a:pt x="976899" y="728223"/>
                  </a:lnTo>
                  <a:lnTo>
                    <a:pt x="948251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3"/>
                  </a:lnTo>
                  <a:lnTo>
                    <a:pt x="755268" y="903600"/>
                  </a:lnTo>
                  <a:lnTo>
                    <a:pt x="710240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91367" y="4494435"/>
            <a:ext cx="292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819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626" y="-12525"/>
            <a:ext cx="18048605" cy="3495675"/>
            <a:chOff x="239626" y="-12525"/>
            <a:chExt cx="18048605" cy="34956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 rot="60000">
            <a:off x="3243944" y="4466426"/>
            <a:ext cx="4832393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05"/>
              </a:lnSpc>
            </a:pPr>
            <a:r>
              <a:rPr sz="4875" spc="-67" baseline="1709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3250" spc="-45" dirty="0">
                <a:solidFill>
                  <a:srgbClr val="866154"/>
                </a:solidFill>
                <a:latin typeface="Calibri"/>
                <a:cs typeface="Calibri"/>
              </a:rPr>
              <a:t>rainsto</a:t>
            </a:r>
            <a:r>
              <a:rPr sz="4875" spc="-67" baseline="-1709" dirty="0">
                <a:solidFill>
                  <a:srgbClr val="866154"/>
                </a:solidFill>
                <a:latin typeface="Calibri"/>
                <a:cs typeface="Calibri"/>
              </a:rPr>
              <a:t>rm</a:t>
            </a:r>
            <a:r>
              <a:rPr sz="4875" spc="-67" baseline="-2564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875" spc="-67" baseline="-3418" dirty="0">
                <a:solidFill>
                  <a:srgbClr val="866154"/>
                </a:solidFill>
                <a:latin typeface="Calibri"/>
                <a:cs typeface="Calibri"/>
              </a:rPr>
              <a:t>g</a:t>
            </a:r>
            <a:r>
              <a:rPr sz="4875" spc="-179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ro</a:t>
            </a:r>
            <a:r>
              <a:rPr sz="4875" spc="-15" baseline="-5128" dirty="0">
                <a:solidFill>
                  <a:srgbClr val="866154"/>
                </a:solidFill>
                <a:latin typeface="Calibri"/>
                <a:cs typeface="Calibri"/>
              </a:rPr>
              <a:t>un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spc="-172" baseline="-598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6837" dirty="0">
                <a:solidFill>
                  <a:srgbClr val="866154"/>
                </a:solidFill>
                <a:latin typeface="Calibri"/>
                <a:cs typeface="Calibri"/>
              </a:rPr>
              <a:t>usi</a:t>
            </a:r>
            <a:r>
              <a:rPr sz="4875" spc="-15" baseline="-7692" dirty="0">
                <a:solidFill>
                  <a:srgbClr val="866154"/>
                </a:solidFill>
                <a:latin typeface="Calibri"/>
                <a:cs typeface="Calibri"/>
              </a:rPr>
              <a:t>ng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60000">
            <a:off x="3221006" y="5010038"/>
            <a:ext cx="3198814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au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oti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ve</a:t>
            </a:r>
            <a:r>
              <a:rPr sz="3250" spc="-1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part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s:</a:t>
            </a:r>
            <a:endParaRPr sz="4875" baseline="-1709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3186941" y="6192021"/>
            <a:ext cx="4489589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35"/>
              </a:lnSpc>
            </a:pPr>
            <a:r>
              <a:rPr sz="4875" spc="247" baseline="5128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875" spc="247" baseline="4273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875" spc="-82" baseline="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3418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ea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dli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ghts</a:t>
            </a:r>
            <a:r>
              <a:rPr sz="3250" spc="-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55" dirty="0">
                <a:solidFill>
                  <a:srgbClr val="866154"/>
                </a:solidFill>
                <a:latin typeface="Calibri"/>
                <a:cs typeface="Calibri"/>
              </a:rPr>
              <a:t>as</a:t>
            </a:r>
            <a:r>
              <a:rPr sz="3250" spc="-5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he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at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ing</a:t>
            </a:r>
            <a:endParaRPr sz="4875" baseline="-341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3151778" y="6710632"/>
            <a:ext cx="1634003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elemen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ts</a:t>
            </a:r>
            <a:endParaRPr sz="4875" baseline="-170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3128955" y="7909587"/>
            <a:ext cx="3795886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202" baseline="6837" dirty="0">
                <a:solidFill>
                  <a:srgbClr val="866154"/>
                </a:solidFill>
                <a:latin typeface="Calibri"/>
                <a:cs typeface="Calibri"/>
              </a:rPr>
              <a:t>Au</a:t>
            </a:r>
            <a:r>
              <a:rPr sz="4875" spc="202" baseline="5982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4875" spc="37" baseline="598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ans</a:t>
            </a:r>
            <a:r>
              <a:rPr sz="4875" spc="37" baseline="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157" baseline="3418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875" spc="157" baseline="2564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875" spc="37" baseline="256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air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flow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9594024" y="5876712"/>
            <a:ext cx="6189517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4350" spc="-52" baseline="2873" dirty="0">
                <a:solidFill>
                  <a:srgbClr val="866154"/>
                </a:solidFill>
                <a:latin typeface="Calibri"/>
                <a:cs typeface="Calibri"/>
              </a:rPr>
              <a:t>Eng</a:t>
            </a:r>
            <a:r>
              <a:rPr sz="4350" spc="-52" baseline="1915" dirty="0">
                <a:solidFill>
                  <a:srgbClr val="866154"/>
                </a:solidFill>
                <a:latin typeface="Calibri"/>
                <a:cs typeface="Calibri"/>
              </a:rPr>
              <a:t>ine</a:t>
            </a:r>
            <a:r>
              <a:rPr sz="4350" spc="-120" baseline="19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temper</a:t>
            </a:r>
            <a:r>
              <a:rPr sz="4350" baseline="-1915" dirty="0">
                <a:solidFill>
                  <a:srgbClr val="866154"/>
                </a:solidFill>
                <a:latin typeface="Calibri"/>
                <a:cs typeface="Calibri"/>
              </a:rPr>
              <a:t>at</a:t>
            </a:r>
            <a:r>
              <a:rPr sz="4350" baseline="-2873" dirty="0">
                <a:solidFill>
                  <a:srgbClr val="866154"/>
                </a:solidFill>
                <a:latin typeface="Calibri"/>
                <a:cs typeface="Calibri"/>
              </a:rPr>
              <a:t>ure</a:t>
            </a:r>
            <a:r>
              <a:rPr sz="4350" spc="-120" baseline="-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-3831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350" baseline="-4789" dirty="0">
                <a:solidFill>
                  <a:srgbClr val="866154"/>
                </a:solidFill>
                <a:latin typeface="Calibri"/>
                <a:cs typeface="Calibri"/>
              </a:rPr>
              <a:t>ens</a:t>
            </a:r>
            <a:r>
              <a:rPr sz="4350" baseline="-5747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350" baseline="-6704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350" spc="-120" baseline="-670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127" baseline="-6704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350" spc="127" baseline="-7662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350" spc="-120" baseline="-766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-8620" dirty="0">
                <a:solidFill>
                  <a:srgbClr val="866154"/>
                </a:solidFill>
                <a:latin typeface="Calibri"/>
                <a:cs typeface="Calibri"/>
              </a:rPr>
              <a:t>con</a:t>
            </a:r>
            <a:r>
              <a:rPr sz="4350" spc="-15" baseline="-9578" dirty="0">
                <a:solidFill>
                  <a:srgbClr val="866154"/>
                </a:solidFill>
                <a:latin typeface="Calibri"/>
                <a:cs typeface="Calibri"/>
              </a:rPr>
              <a:t>tr</a:t>
            </a:r>
            <a:r>
              <a:rPr sz="4350" spc="-15" baseline="-10536" dirty="0">
                <a:solidFill>
                  <a:srgbClr val="866154"/>
                </a:solidFill>
                <a:latin typeface="Calibri"/>
                <a:cs typeface="Calibri"/>
              </a:rPr>
              <a:t>ol</a:t>
            </a:r>
            <a:endParaRPr sz="4350" baseline="-10536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9559323" y="6873416"/>
            <a:ext cx="4732403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sz="4350" spc="209" baseline="3831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350" spc="209" baseline="2873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350" spc="-52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67" baseline="1915" dirty="0">
                <a:solidFill>
                  <a:srgbClr val="866154"/>
                </a:solidFill>
                <a:latin typeface="Calibri"/>
                <a:cs typeface="Calibri"/>
              </a:rPr>
              <a:t>bat</a:t>
            </a:r>
            <a:r>
              <a:rPr sz="2900" spc="45" dirty="0">
                <a:solidFill>
                  <a:srgbClr val="866154"/>
                </a:solidFill>
                <a:latin typeface="Calibri"/>
                <a:cs typeface="Calibri"/>
              </a:rPr>
              <a:t>tery</a:t>
            </a:r>
            <a:r>
              <a:rPr sz="2900" spc="-3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85" dirty="0">
                <a:solidFill>
                  <a:srgbClr val="866154"/>
                </a:solidFill>
                <a:latin typeface="Calibri"/>
                <a:cs typeface="Calibri"/>
              </a:rPr>
              <a:t>for</a:t>
            </a:r>
            <a:r>
              <a:rPr sz="2900" spc="-3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-1915" dirty="0">
                <a:solidFill>
                  <a:srgbClr val="866154"/>
                </a:solidFill>
                <a:latin typeface="Calibri"/>
                <a:cs typeface="Calibri"/>
              </a:rPr>
              <a:t>ba</a:t>
            </a:r>
            <a:r>
              <a:rPr sz="4350" baseline="-2873" dirty="0">
                <a:solidFill>
                  <a:srgbClr val="866154"/>
                </a:solidFill>
                <a:latin typeface="Calibri"/>
                <a:cs typeface="Calibri"/>
              </a:rPr>
              <a:t>ck</a:t>
            </a:r>
            <a:r>
              <a:rPr sz="4350" baseline="-3831" dirty="0">
                <a:solidFill>
                  <a:srgbClr val="866154"/>
                </a:solidFill>
                <a:latin typeface="Calibri"/>
                <a:cs typeface="Calibri"/>
              </a:rPr>
              <a:t>up</a:t>
            </a:r>
            <a:r>
              <a:rPr sz="4350" spc="-44" baseline="-3831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-4789" dirty="0">
                <a:solidFill>
                  <a:srgbClr val="866154"/>
                </a:solidFill>
                <a:latin typeface="Calibri"/>
                <a:cs typeface="Calibri"/>
              </a:rPr>
              <a:t>po</a:t>
            </a:r>
            <a:r>
              <a:rPr sz="4350" spc="-15" baseline="-5747" dirty="0">
                <a:solidFill>
                  <a:srgbClr val="866154"/>
                </a:solidFill>
                <a:latin typeface="Calibri"/>
                <a:cs typeface="Calibri"/>
              </a:rPr>
              <a:t>we</a:t>
            </a:r>
            <a:r>
              <a:rPr sz="4350" spc="-15" baseline="-6704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endParaRPr sz="4350" baseline="-6704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9526165" y="7903677"/>
            <a:ext cx="494514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5"/>
              </a:lnSpc>
            </a:pPr>
            <a:r>
              <a:rPr sz="4350" spc="-37" baseline="6704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350" spc="-37" baseline="5747" dirty="0">
                <a:solidFill>
                  <a:srgbClr val="866154"/>
                </a:solidFill>
                <a:latin typeface="Calibri"/>
                <a:cs typeface="Calibri"/>
              </a:rPr>
              <a:t>as</a:t>
            </a:r>
            <a:r>
              <a:rPr sz="4350" spc="-37" baseline="4789" dirty="0">
                <a:solidFill>
                  <a:srgbClr val="866154"/>
                </a:solidFill>
                <a:latin typeface="Calibri"/>
                <a:cs typeface="Calibri"/>
              </a:rPr>
              <a:t>hb</a:t>
            </a:r>
            <a:r>
              <a:rPr sz="4350" spc="-37" baseline="3831" dirty="0">
                <a:solidFill>
                  <a:srgbClr val="866154"/>
                </a:solidFill>
                <a:latin typeface="Calibri"/>
                <a:cs typeface="Calibri"/>
              </a:rPr>
              <a:t>oar</a:t>
            </a:r>
            <a:r>
              <a:rPr sz="4350" spc="-37" baseline="2873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350" spc="-104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2873" dirty="0">
                <a:solidFill>
                  <a:srgbClr val="866154"/>
                </a:solidFill>
                <a:latin typeface="Calibri"/>
                <a:cs typeface="Calibri"/>
              </a:rPr>
              <a:t>i</a:t>
            </a:r>
            <a:r>
              <a:rPr sz="4350" baseline="1915" dirty="0">
                <a:solidFill>
                  <a:srgbClr val="866154"/>
                </a:solidFill>
                <a:latin typeface="Calibri"/>
                <a:cs typeface="Calibri"/>
              </a:rPr>
              <a:t>nd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icators</a:t>
            </a:r>
            <a:r>
              <a:rPr sz="2900" spc="-6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85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350" spc="127" baseline="-1915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350" spc="-97" baseline="-19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-2873" dirty="0">
                <a:solidFill>
                  <a:srgbClr val="866154"/>
                </a:solidFill>
                <a:latin typeface="Calibri"/>
                <a:cs typeface="Calibri"/>
              </a:rPr>
              <a:t>ale</a:t>
            </a:r>
            <a:r>
              <a:rPr sz="4350" spc="-15" baseline="-3831" dirty="0">
                <a:solidFill>
                  <a:srgbClr val="866154"/>
                </a:solidFill>
                <a:latin typeface="Calibri"/>
                <a:cs typeface="Calibri"/>
              </a:rPr>
              <a:t>rt</a:t>
            </a:r>
            <a:r>
              <a:rPr sz="4350" spc="-15" baseline="-4789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endParaRPr sz="4350" baseline="-478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267" y="491850"/>
            <a:ext cx="9005570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385" dirty="0"/>
              <a:t>SELECTED</a:t>
            </a:r>
            <a:r>
              <a:rPr spc="-380" dirty="0"/>
              <a:t> </a:t>
            </a:r>
            <a:r>
              <a:rPr spc="110" dirty="0"/>
              <a:t>CONCEPT: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0650" y="1374257"/>
            <a:ext cx="5208270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0" spc="125" dirty="0">
                <a:solidFill>
                  <a:srgbClr val="866154"/>
                </a:solidFill>
                <a:latin typeface="Calibri"/>
                <a:cs typeface="Calibri"/>
              </a:rPr>
              <a:t>“CAR</a:t>
            </a:r>
            <a:r>
              <a:rPr sz="8000" spc="-3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8000" spc="265" dirty="0">
                <a:solidFill>
                  <a:srgbClr val="866154"/>
                </a:solidFill>
                <a:latin typeface="Calibri"/>
                <a:cs typeface="Calibri"/>
              </a:rPr>
              <a:t>PARTS</a:t>
            </a:r>
            <a:endParaRPr sz="8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1721" y="2832405"/>
            <a:ext cx="9258300" cy="7454900"/>
            <a:chOff x="801721" y="2832405"/>
            <a:chExt cx="9258300" cy="7454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5"/>
              <a:ext cx="9258299" cy="74545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93944" y="3905208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30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8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6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1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3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4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2" y="689349"/>
                  </a:lnTo>
                  <a:lnTo>
                    <a:pt x="976898" y="728223"/>
                  </a:lnTo>
                  <a:lnTo>
                    <a:pt x="948250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2"/>
                  </a:lnTo>
                  <a:lnTo>
                    <a:pt x="755268" y="903600"/>
                  </a:lnTo>
                  <a:lnTo>
                    <a:pt x="710239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40629" y="3994292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28449" y="3412560"/>
            <a:ext cx="9220200" cy="6874509"/>
            <a:chOff x="8428449" y="3412560"/>
            <a:chExt cx="9220200" cy="687450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61202" y="4405351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29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7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5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2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2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5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3" y="689349"/>
                  </a:lnTo>
                  <a:lnTo>
                    <a:pt x="976899" y="728223"/>
                  </a:lnTo>
                  <a:lnTo>
                    <a:pt x="948251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3"/>
                  </a:lnTo>
                  <a:lnTo>
                    <a:pt x="755268" y="903600"/>
                  </a:lnTo>
                  <a:lnTo>
                    <a:pt x="710240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31177" y="2256665"/>
            <a:ext cx="5787390" cy="29495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0" spc="260" dirty="0">
                <a:solidFill>
                  <a:srgbClr val="866154"/>
                </a:solidFill>
                <a:latin typeface="Calibri"/>
                <a:cs typeface="Calibri"/>
              </a:rPr>
              <a:t>INCUBATOR”</a:t>
            </a:r>
            <a:endParaRPr sz="8000">
              <a:latin typeface="Calibri"/>
              <a:cs typeface="Calibri"/>
            </a:endParaRPr>
          </a:p>
          <a:p>
            <a:pPr marR="1640205" algn="r">
              <a:lnSpc>
                <a:spcPct val="100000"/>
              </a:lnSpc>
              <a:spcBef>
                <a:spcPts val="8009"/>
              </a:spcBef>
            </a:pPr>
            <a:r>
              <a:rPr sz="4500" spc="-819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9626" y="-12525"/>
            <a:ext cx="18048605" cy="3495675"/>
            <a:chOff x="239626" y="-12525"/>
            <a:chExt cx="18048605" cy="34956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 rot="60000">
            <a:off x="3241730" y="4444201"/>
            <a:ext cx="3776319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6837" dirty="0">
                <a:solidFill>
                  <a:srgbClr val="866154"/>
                </a:solidFill>
                <a:latin typeface="Calibri"/>
                <a:cs typeface="Calibri"/>
              </a:rPr>
              <a:t>Ch</a:t>
            </a:r>
            <a:r>
              <a:rPr sz="4875" baseline="5982" dirty="0">
                <a:solidFill>
                  <a:srgbClr val="866154"/>
                </a:solidFill>
                <a:latin typeface="Calibri"/>
                <a:cs typeface="Calibri"/>
              </a:rPr>
              <a:t>os</a:t>
            </a: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en</a:t>
            </a:r>
            <a:r>
              <a:rPr sz="4875" spc="-104" baseline="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id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ea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:</a:t>
            </a:r>
            <a:r>
              <a:rPr sz="4875" spc="-104" baseline="2564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ui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ld</a:t>
            </a:r>
            <a:r>
              <a:rPr sz="3250" spc="-6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866154"/>
                </a:solidFill>
                <a:latin typeface="Calibri"/>
                <a:cs typeface="Calibri"/>
              </a:rPr>
              <a:t>an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3224238" y="5033792"/>
            <a:ext cx="4329014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cu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ba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3250" spc="-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866154"/>
                </a:solidFill>
                <a:latin typeface="Calibri"/>
                <a:cs typeface="Calibri"/>
              </a:rPr>
              <a:t>from</a:t>
            </a:r>
            <a:r>
              <a:rPr sz="3250" spc="-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ta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nd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endParaRPr sz="4875" baseline="-427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3205395" y="5610908"/>
            <a:ext cx="431005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45"/>
              </a:lnSpc>
            </a:pP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u</a:t>
            </a:r>
            <a:r>
              <a:rPr sz="4875" baseline="3418" dirty="0">
                <a:solidFill>
                  <a:srgbClr val="866154"/>
                </a:solidFill>
                <a:latin typeface="Calibri"/>
                <a:cs typeface="Calibri"/>
              </a:rPr>
              <a:t>tom</a:t>
            </a: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o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tiv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e</a:t>
            </a:r>
            <a:r>
              <a:rPr sz="3250" spc="-16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866154"/>
                </a:solidFill>
                <a:latin typeface="Calibri"/>
                <a:cs typeface="Calibri"/>
              </a:rPr>
              <a:t>comp</a:t>
            </a:r>
            <a:r>
              <a:rPr sz="4875" spc="-37" baseline="-1709" dirty="0">
                <a:solidFill>
                  <a:srgbClr val="866154"/>
                </a:solidFill>
                <a:latin typeface="Calibri"/>
                <a:cs typeface="Calibri"/>
              </a:rPr>
              <a:t>on</a:t>
            </a:r>
            <a:r>
              <a:rPr sz="4875" spc="-37" baseline="-2564" dirty="0">
                <a:solidFill>
                  <a:srgbClr val="866154"/>
                </a:solidFill>
                <a:latin typeface="Calibri"/>
                <a:cs typeface="Calibri"/>
              </a:rPr>
              <a:t>en</a:t>
            </a:r>
            <a:r>
              <a:rPr sz="4875" spc="-37" baseline="-3418" dirty="0">
                <a:solidFill>
                  <a:srgbClr val="866154"/>
                </a:solidFill>
                <a:latin typeface="Calibri"/>
                <a:cs typeface="Calibri"/>
              </a:rPr>
              <a:t>ts.</a:t>
            </a:r>
            <a:endParaRPr sz="4875" baseline="-341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11064433" y="4753126"/>
            <a:ext cx="1479761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Be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ne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fits: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11021165" y="5770150"/>
            <a:ext cx="105268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heap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11008470" y="6832514"/>
            <a:ext cx="282509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5"/>
              </a:lnSpc>
            </a:pPr>
            <a:r>
              <a:rPr sz="4350" baseline="1915" dirty="0">
                <a:solidFill>
                  <a:srgbClr val="866154"/>
                </a:solidFill>
                <a:latin typeface="Calibri"/>
                <a:cs typeface="Calibri"/>
              </a:rPr>
              <a:t>Lo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cally</a:t>
            </a:r>
            <a:r>
              <a:rPr sz="2900" spc="5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re</a:t>
            </a:r>
            <a:r>
              <a:rPr sz="4350" spc="-15" baseline="-1915" dirty="0">
                <a:solidFill>
                  <a:srgbClr val="866154"/>
                </a:solidFill>
                <a:latin typeface="Calibri"/>
                <a:cs typeface="Calibri"/>
              </a:rPr>
              <a:t>pa</a:t>
            </a:r>
            <a:r>
              <a:rPr sz="4350" spc="-15" baseline="-2873" dirty="0">
                <a:solidFill>
                  <a:srgbClr val="866154"/>
                </a:solidFill>
                <a:latin typeface="Calibri"/>
                <a:cs typeface="Calibri"/>
              </a:rPr>
              <a:t>ira</a:t>
            </a:r>
            <a:r>
              <a:rPr sz="4350" spc="-15" baseline="-3831" dirty="0">
                <a:solidFill>
                  <a:srgbClr val="866154"/>
                </a:solidFill>
                <a:latin typeface="Calibri"/>
                <a:cs typeface="Calibri"/>
              </a:rPr>
              <a:t>ble</a:t>
            </a:r>
            <a:endParaRPr sz="4350" baseline="-3831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10972799" y="7849103"/>
            <a:ext cx="2361882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4789" dirty="0">
                <a:solidFill>
                  <a:srgbClr val="866154"/>
                </a:solidFill>
                <a:latin typeface="Calibri"/>
                <a:cs typeface="Calibri"/>
              </a:rPr>
              <a:t>Ea</a:t>
            </a:r>
            <a:r>
              <a:rPr sz="4350" baseline="3831" dirty="0">
                <a:solidFill>
                  <a:srgbClr val="866154"/>
                </a:solidFill>
                <a:latin typeface="Calibri"/>
                <a:cs typeface="Calibri"/>
              </a:rPr>
              <a:t>sy</a:t>
            </a:r>
            <a:r>
              <a:rPr sz="4350" spc="112" baseline="3831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89" baseline="2873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4350" spc="120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so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urce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 rot="60000">
            <a:off x="10946022" y="8923146"/>
            <a:ext cx="4744431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8620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350" baseline="7662" dirty="0">
                <a:solidFill>
                  <a:srgbClr val="866154"/>
                </a:solidFill>
                <a:latin typeface="Calibri"/>
                <a:cs typeface="Calibri"/>
              </a:rPr>
              <a:t>ur</a:t>
            </a:r>
            <a:r>
              <a:rPr sz="4350" baseline="6704" dirty="0">
                <a:solidFill>
                  <a:srgbClr val="866154"/>
                </a:solidFill>
                <a:latin typeface="Calibri"/>
                <a:cs typeface="Calibri"/>
              </a:rPr>
              <a:t>ab</a:t>
            </a:r>
            <a:r>
              <a:rPr sz="4350" baseline="5747" dirty="0">
                <a:solidFill>
                  <a:srgbClr val="866154"/>
                </a:solidFill>
                <a:latin typeface="Calibri"/>
                <a:cs typeface="Calibri"/>
              </a:rPr>
              <a:t>le</a:t>
            </a:r>
            <a:r>
              <a:rPr sz="4350" spc="-97" baseline="574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44" baseline="4789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350" spc="-97" baseline="478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52" baseline="4789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350" spc="-52" baseline="3831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350" spc="-52" baseline="2873" dirty="0">
                <a:solidFill>
                  <a:srgbClr val="866154"/>
                </a:solidFill>
                <a:latin typeface="Calibri"/>
                <a:cs typeface="Calibri"/>
              </a:rPr>
              <a:t>sh</a:t>
            </a:r>
            <a:r>
              <a:rPr sz="4350" spc="-97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en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vironmen</a:t>
            </a:r>
            <a:r>
              <a:rPr sz="4350" spc="-15" baseline="-1915" dirty="0">
                <a:solidFill>
                  <a:srgbClr val="866154"/>
                </a:solidFill>
                <a:latin typeface="Calibri"/>
                <a:cs typeface="Calibri"/>
              </a:rPr>
              <a:t>ts</a:t>
            </a:r>
            <a:endParaRPr sz="4350" baseline="-1915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713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PROTOTYPE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9626" y="-12525"/>
            <a:ext cx="18048605" cy="10299700"/>
            <a:chOff x="239626" y="-12525"/>
            <a:chExt cx="18048605" cy="10299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4"/>
              <a:ext cx="9258299" cy="74545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 rot="60000">
            <a:off x="3241428" y="4443019"/>
            <a:ext cx="3670934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5"/>
              </a:lnSpc>
            </a:pP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P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rototyp</a:t>
            </a:r>
            <a:r>
              <a:rPr sz="4875" baseline="-1709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4875" spc="15" baseline="-170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2564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875" spc="-15" baseline="-3418" dirty="0">
                <a:solidFill>
                  <a:srgbClr val="866154"/>
                </a:solidFill>
                <a:latin typeface="Calibri"/>
                <a:cs typeface="Calibri"/>
              </a:rPr>
              <a:t>clu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spc="-15" baseline="-5128" dirty="0">
                <a:solidFill>
                  <a:srgbClr val="866154"/>
                </a:solidFill>
                <a:latin typeface="Calibri"/>
                <a:cs typeface="Calibri"/>
              </a:rPr>
              <a:t>ed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:</a:t>
            </a:r>
            <a:endParaRPr sz="4875" baseline="-5982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 rot="60000">
            <a:off x="3206434" y="5622712"/>
            <a:ext cx="4896294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15"/>
              </a:lnSpc>
            </a:pPr>
            <a:r>
              <a:rPr sz="4875" spc="-37" baseline="3418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875" spc="-37" baseline="2564" dirty="0">
                <a:solidFill>
                  <a:srgbClr val="866154"/>
                </a:solidFill>
                <a:latin typeface="Calibri"/>
                <a:cs typeface="Calibri"/>
              </a:rPr>
              <a:t>ar</a:t>
            </a:r>
            <a:r>
              <a:rPr sz="4875" spc="-37" baseline="1709" dirty="0">
                <a:solidFill>
                  <a:srgbClr val="866154"/>
                </a:solidFill>
                <a:latin typeface="Calibri"/>
                <a:cs typeface="Calibri"/>
              </a:rPr>
              <a:t>db</a:t>
            </a:r>
            <a:r>
              <a:rPr sz="3250" spc="-25" dirty="0">
                <a:solidFill>
                  <a:srgbClr val="866154"/>
                </a:solidFill>
                <a:latin typeface="Calibri"/>
                <a:cs typeface="Calibri"/>
              </a:rPr>
              <a:t>oard/fo</a:t>
            </a:r>
            <a:r>
              <a:rPr sz="4875" spc="-37" baseline="-1709" dirty="0">
                <a:solidFill>
                  <a:srgbClr val="866154"/>
                </a:solidFill>
                <a:latin typeface="Calibri"/>
                <a:cs typeface="Calibri"/>
              </a:rPr>
              <a:t>am</a:t>
            </a:r>
            <a:r>
              <a:rPr sz="4875" spc="-142" baseline="-170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35" baseline="-2564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875" spc="-135" baseline="-3418" dirty="0">
                <a:solidFill>
                  <a:srgbClr val="866154"/>
                </a:solidFill>
                <a:latin typeface="Calibri"/>
                <a:cs typeface="Calibri"/>
              </a:rPr>
              <a:t>od</a:t>
            </a:r>
            <a:r>
              <a:rPr sz="4875" spc="-135" baseline="-4273" dirty="0">
                <a:solidFill>
                  <a:srgbClr val="866154"/>
                </a:solidFill>
                <a:latin typeface="Calibri"/>
                <a:cs typeface="Calibri"/>
              </a:rPr>
              <a:t>el</a:t>
            </a:r>
            <a:r>
              <a:rPr sz="4875" spc="-135" baseline="-5128" dirty="0">
                <a:solidFill>
                  <a:srgbClr val="866154"/>
                </a:solidFill>
                <a:latin typeface="Calibri"/>
                <a:cs typeface="Calibri"/>
              </a:rPr>
              <a:t>s </a:t>
            </a:r>
            <a:r>
              <a:rPr sz="4875" spc="120" baseline="-5128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875" spc="120" baseline="-5982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endParaRPr sz="4875" baseline="-5982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 rot="60000">
            <a:off x="3156567" y="6121687"/>
            <a:ext cx="1091481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izing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 rot="60000">
            <a:off x="3150311" y="7359221"/>
            <a:ext cx="509626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</a:pPr>
            <a:r>
              <a:rPr sz="4875" spc="-30" baseline="1709" dirty="0">
                <a:solidFill>
                  <a:srgbClr val="866154"/>
                </a:solidFill>
                <a:latin typeface="Calibri"/>
                <a:cs typeface="Calibri"/>
              </a:rPr>
              <a:t>Fu</a:t>
            </a:r>
            <a:r>
              <a:rPr sz="3250" spc="-20" dirty="0">
                <a:solidFill>
                  <a:srgbClr val="866154"/>
                </a:solidFill>
                <a:latin typeface="Calibri"/>
                <a:cs typeface="Calibri"/>
              </a:rPr>
              <a:t>nctiona</a:t>
            </a:r>
            <a:r>
              <a:rPr sz="4875" spc="-30" baseline="-1709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r>
              <a:rPr sz="4875" spc="-44" baseline="-170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1709" dirty="0">
                <a:solidFill>
                  <a:srgbClr val="866154"/>
                </a:solidFill>
                <a:latin typeface="Calibri"/>
                <a:cs typeface="Calibri"/>
              </a:rPr>
              <a:t>u</a:t>
            </a:r>
            <a:r>
              <a:rPr sz="4875" baseline="-2564" dirty="0">
                <a:solidFill>
                  <a:srgbClr val="866154"/>
                </a:solidFill>
                <a:latin typeface="Calibri"/>
                <a:cs typeface="Calibri"/>
              </a:rPr>
              <a:t>nit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875" spc="-44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0" baseline="-4273" dirty="0">
                <a:solidFill>
                  <a:srgbClr val="866154"/>
                </a:solidFill>
                <a:latin typeface="Calibri"/>
                <a:cs typeface="Calibri"/>
              </a:rPr>
              <a:t>wit</a:t>
            </a:r>
            <a:r>
              <a:rPr sz="4875" spc="-30" baseline="-5128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875" spc="-37" baseline="-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5982" dirty="0">
                <a:solidFill>
                  <a:srgbClr val="866154"/>
                </a:solidFill>
                <a:latin typeface="Calibri"/>
                <a:cs typeface="Calibri"/>
              </a:rPr>
              <a:t>bu</a:t>
            </a:r>
            <a:r>
              <a:rPr sz="4875" baseline="-6837" dirty="0">
                <a:solidFill>
                  <a:srgbClr val="866154"/>
                </a:solidFill>
                <a:latin typeface="Calibri"/>
                <a:cs typeface="Calibri"/>
              </a:rPr>
              <a:t>lbs</a:t>
            </a:r>
            <a:r>
              <a:rPr sz="4875" spc="-44" baseline="-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284" baseline="-7692" dirty="0">
                <a:solidFill>
                  <a:srgbClr val="866154"/>
                </a:solidFill>
                <a:latin typeface="Calibri"/>
                <a:cs typeface="Calibri"/>
              </a:rPr>
              <a:t>+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 rot="60000">
            <a:off x="3087992" y="7849084"/>
            <a:ext cx="861942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3250" spc="-20" dirty="0">
                <a:solidFill>
                  <a:srgbClr val="866154"/>
                </a:solidFill>
                <a:latin typeface="Calibri"/>
                <a:cs typeface="Calibri"/>
              </a:rPr>
              <a:t>fans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 rot="60000">
            <a:off x="10218472" y="5873123"/>
            <a:ext cx="4822938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27" baseline="10536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350" spc="-127" baseline="9578" dirty="0">
                <a:solidFill>
                  <a:srgbClr val="866154"/>
                </a:solidFill>
                <a:latin typeface="Calibri"/>
                <a:cs typeface="Calibri"/>
              </a:rPr>
              <a:t>od</a:t>
            </a:r>
            <a:r>
              <a:rPr sz="4350" spc="-127" baseline="8620" dirty="0">
                <a:solidFill>
                  <a:srgbClr val="866154"/>
                </a:solidFill>
                <a:latin typeface="Calibri"/>
                <a:cs typeface="Calibri"/>
              </a:rPr>
              <a:t>ula</a:t>
            </a:r>
            <a:r>
              <a:rPr sz="4350" spc="-127" baseline="7662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350" spc="-22" baseline="766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30" baseline="7662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r>
              <a:rPr sz="4350" spc="-30" baseline="6704" dirty="0">
                <a:solidFill>
                  <a:srgbClr val="866154"/>
                </a:solidFill>
                <a:latin typeface="Calibri"/>
                <a:cs typeface="Calibri"/>
              </a:rPr>
              <a:t>he</a:t>
            </a:r>
            <a:r>
              <a:rPr sz="4350" spc="-30" baseline="5747" dirty="0">
                <a:solidFill>
                  <a:srgbClr val="866154"/>
                </a:solidFill>
                <a:latin typeface="Calibri"/>
                <a:cs typeface="Calibri"/>
              </a:rPr>
              <a:t>ll</a:t>
            </a:r>
            <a:r>
              <a:rPr sz="4350" spc="-22" baseline="574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127" baseline="5747" dirty="0">
                <a:solidFill>
                  <a:srgbClr val="866154"/>
                </a:solidFill>
                <a:latin typeface="Calibri"/>
                <a:cs typeface="Calibri"/>
              </a:rPr>
              <a:t>f</a:t>
            </a:r>
            <a:r>
              <a:rPr sz="4350" spc="127" baseline="4789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350" spc="-15" baseline="478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3831" dirty="0">
                <a:solidFill>
                  <a:srgbClr val="866154"/>
                </a:solidFill>
                <a:latin typeface="Calibri"/>
                <a:cs typeface="Calibri"/>
              </a:rPr>
              <a:t>eas</a:t>
            </a:r>
            <a:r>
              <a:rPr sz="4350" baseline="2873" dirty="0">
                <a:solidFill>
                  <a:srgbClr val="866154"/>
                </a:solidFill>
                <a:latin typeface="Calibri"/>
                <a:cs typeface="Calibri"/>
              </a:rPr>
              <a:t>y</a:t>
            </a:r>
            <a:r>
              <a:rPr sz="4350" spc="-22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le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aning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 rot="60000">
            <a:off x="10183052" y="6874955"/>
            <a:ext cx="362366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82" baseline="7662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4350" spc="82" baseline="6704" dirty="0">
                <a:solidFill>
                  <a:srgbClr val="866154"/>
                </a:solidFill>
                <a:latin typeface="Calibri"/>
                <a:cs typeface="Calibri"/>
              </a:rPr>
              <a:t>att</a:t>
            </a:r>
            <a:r>
              <a:rPr sz="4350" spc="82" baseline="5747" dirty="0">
                <a:solidFill>
                  <a:srgbClr val="866154"/>
                </a:solidFill>
                <a:latin typeface="Calibri"/>
                <a:cs typeface="Calibri"/>
              </a:rPr>
              <a:t>er</a:t>
            </a:r>
            <a:r>
              <a:rPr sz="4350" spc="82" baseline="4789" dirty="0">
                <a:solidFill>
                  <a:srgbClr val="866154"/>
                </a:solidFill>
                <a:latin typeface="Calibri"/>
                <a:cs typeface="Calibri"/>
              </a:rPr>
              <a:t>y</a:t>
            </a:r>
            <a:r>
              <a:rPr sz="4350" spc="-112" baseline="4789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4789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4350" baseline="3831" dirty="0">
                <a:solidFill>
                  <a:srgbClr val="866154"/>
                </a:solidFill>
                <a:latin typeface="Calibri"/>
                <a:cs typeface="Calibri"/>
              </a:rPr>
              <a:t>ack</a:t>
            </a:r>
            <a:r>
              <a:rPr sz="4350" baseline="2873" dirty="0">
                <a:solidFill>
                  <a:srgbClr val="866154"/>
                </a:solidFill>
                <a:latin typeface="Calibri"/>
                <a:cs typeface="Calibri"/>
              </a:rPr>
              <a:t>up</a:t>
            </a:r>
            <a:r>
              <a:rPr sz="4350" spc="-104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sy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stem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936881" y="584358"/>
              <a:ext cx="16320769" cy="6883400"/>
            </a:xfrm>
            <a:custGeom>
              <a:avLst/>
              <a:gdLst/>
              <a:ahLst/>
              <a:cxnLst/>
              <a:rect l="l" t="t" r="r" b="b"/>
              <a:pathLst>
                <a:path w="16320769" h="6883400">
                  <a:moveTo>
                    <a:pt x="15836643" y="6883143"/>
                  </a:moveTo>
                  <a:lnTo>
                    <a:pt x="485775" y="6883143"/>
                  </a:lnTo>
                  <a:lnTo>
                    <a:pt x="437762" y="6880767"/>
                  </a:lnTo>
                  <a:lnTo>
                    <a:pt x="390562" y="6873723"/>
                  </a:lnTo>
                  <a:lnTo>
                    <a:pt x="344494" y="6862146"/>
                  </a:lnTo>
                  <a:lnTo>
                    <a:pt x="299876" y="6846166"/>
                  </a:lnTo>
                  <a:lnTo>
                    <a:pt x="257028" y="6825916"/>
                  </a:lnTo>
                  <a:lnTo>
                    <a:pt x="216266" y="6801528"/>
                  </a:lnTo>
                  <a:lnTo>
                    <a:pt x="177911" y="6773133"/>
                  </a:lnTo>
                  <a:lnTo>
                    <a:pt x="142280" y="6740863"/>
                  </a:lnTo>
                  <a:lnTo>
                    <a:pt x="110010" y="6705232"/>
                  </a:lnTo>
                  <a:lnTo>
                    <a:pt x="81615" y="6666877"/>
                  </a:lnTo>
                  <a:lnTo>
                    <a:pt x="57227" y="6626116"/>
                  </a:lnTo>
                  <a:lnTo>
                    <a:pt x="36977" y="6583267"/>
                  </a:lnTo>
                  <a:lnTo>
                    <a:pt x="20997" y="6538649"/>
                  </a:lnTo>
                  <a:lnTo>
                    <a:pt x="9420" y="6492581"/>
                  </a:lnTo>
                  <a:lnTo>
                    <a:pt x="2377" y="6445382"/>
                  </a:lnTo>
                  <a:lnTo>
                    <a:pt x="0" y="6397369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5836643" y="0"/>
                  </a:lnTo>
                  <a:lnTo>
                    <a:pt x="15884656" y="2377"/>
                  </a:lnTo>
                  <a:lnTo>
                    <a:pt x="15931855" y="9420"/>
                  </a:lnTo>
                  <a:lnTo>
                    <a:pt x="15977923" y="20997"/>
                  </a:lnTo>
                  <a:lnTo>
                    <a:pt x="16022541" y="36977"/>
                  </a:lnTo>
                  <a:lnTo>
                    <a:pt x="16065390" y="57227"/>
                  </a:lnTo>
                  <a:lnTo>
                    <a:pt x="16106151" y="81615"/>
                  </a:lnTo>
                  <a:lnTo>
                    <a:pt x="16144507" y="110010"/>
                  </a:lnTo>
                  <a:lnTo>
                    <a:pt x="16180138" y="142280"/>
                  </a:lnTo>
                  <a:lnTo>
                    <a:pt x="16212408" y="177911"/>
                  </a:lnTo>
                  <a:lnTo>
                    <a:pt x="16240803" y="216266"/>
                  </a:lnTo>
                  <a:lnTo>
                    <a:pt x="16265191" y="257028"/>
                  </a:lnTo>
                  <a:lnTo>
                    <a:pt x="16285442" y="299876"/>
                  </a:lnTo>
                  <a:lnTo>
                    <a:pt x="16301422" y="344494"/>
                  </a:lnTo>
                  <a:lnTo>
                    <a:pt x="16312999" y="390562"/>
                  </a:lnTo>
                  <a:lnTo>
                    <a:pt x="16320042" y="437762"/>
                  </a:lnTo>
                  <a:lnTo>
                    <a:pt x="16320579" y="448595"/>
                  </a:lnTo>
                  <a:lnTo>
                    <a:pt x="16320579" y="6434548"/>
                  </a:lnTo>
                  <a:lnTo>
                    <a:pt x="16312999" y="6492581"/>
                  </a:lnTo>
                  <a:lnTo>
                    <a:pt x="16301422" y="6538649"/>
                  </a:lnTo>
                  <a:lnTo>
                    <a:pt x="16285442" y="6583267"/>
                  </a:lnTo>
                  <a:lnTo>
                    <a:pt x="16265191" y="6626116"/>
                  </a:lnTo>
                  <a:lnTo>
                    <a:pt x="16240803" y="6666877"/>
                  </a:lnTo>
                  <a:lnTo>
                    <a:pt x="16212408" y="6705232"/>
                  </a:lnTo>
                  <a:lnTo>
                    <a:pt x="16180138" y="6740863"/>
                  </a:lnTo>
                  <a:lnTo>
                    <a:pt x="16144507" y="6773133"/>
                  </a:lnTo>
                  <a:lnTo>
                    <a:pt x="16106151" y="6801528"/>
                  </a:lnTo>
                  <a:lnTo>
                    <a:pt x="16065390" y="6825916"/>
                  </a:lnTo>
                  <a:lnTo>
                    <a:pt x="16022541" y="6846166"/>
                  </a:lnTo>
                  <a:lnTo>
                    <a:pt x="15977923" y="6862146"/>
                  </a:lnTo>
                  <a:lnTo>
                    <a:pt x="15931855" y="6873723"/>
                  </a:lnTo>
                  <a:lnTo>
                    <a:pt x="15884656" y="6880767"/>
                  </a:lnTo>
                  <a:lnTo>
                    <a:pt x="15836643" y="68831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52831"/>
              <a:ext cx="2432134" cy="48341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4907" y="6368906"/>
              <a:ext cx="3233090" cy="391809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0125" y="1076243"/>
            <a:ext cx="970978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spc="290" dirty="0"/>
              <a:t>FEATURES</a:t>
            </a:r>
            <a:r>
              <a:rPr sz="6400" spc="-260" dirty="0"/>
              <a:t> </a:t>
            </a:r>
            <a:r>
              <a:rPr sz="6400" dirty="0"/>
              <a:t>OF</a:t>
            </a:r>
            <a:r>
              <a:rPr sz="6400" spc="-260" dirty="0"/>
              <a:t> </a:t>
            </a:r>
            <a:r>
              <a:rPr sz="6400" spc="-10" dirty="0"/>
              <a:t>NEONURTURE</a:t>
            </a:r>
            <a:endParaRPr sz="6400"/>
          </a:p>
        </p:txBody>
      </p:sp>
      <p:sp>
        <p:nvSpPr>
          <p:cNvPr id="7" name="object 7"/>
          <p:cNvSpPr txBox="1"/>
          <p:nvPr/>
        </p:nvSpPr>
        <p:spPr>
          <a:xfrm>
            <a:off x="5930632" y="1784501"/>
            <a:ext cx="6335395" cy="7822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3365" algn="ctr">
              <a:lnSpc>
                <a:spcPct val="100000"/>
              </a:lnSpc>
              <a:spcBef>
                <a:spcPts val="130"/>
              </a:spcBef>
            </a:pPr>
            <a:r>
              <a:rPr sz="6400" spc="285" dirty="0">
                <a:solidFill>
                  <a:srgbClr val="866154"/>
                </a:solidFill>
                <a:latin typeface="Calibri"/>
                <a:cs typeface="Calibri"/>
              </a:rPr>
              <a:t>INCUBATOR</a:t>
            </a:r>
            <a:endParaRPr sz="6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65"/>
              </a:spcBef>
            </a:pPr>
            <a:r>
              <a:rPr sz="3300" spc="195" dirty="0">
                <a:solidFill>
                  <a:srgbClr val="866154"/>
                </a:solidFill>
                <a:latin typeface="Calibri"/>
                <a:cs typeface="Calibri"/>
              </a:rPr>
              <a:t>Uses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20" dirty="0">
                <a:solidFill>
                  <a:srgbClr val="866154"/>
                </a:solidFill>
                <a:latin typeface="Calibri"/>
                <a:cs typeface="Calibri"/>
              </a:rPr>
              <a:t>car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50" dirty="0">
                <a:solidFill>
                  <a:srgbClr val="866154"/>
                </a:solidFill>
                <a:latin typeface="Calibri"/>
                <a:cs typeface="Calibri"/>
              </a:rPr>
              <a:t>headlights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20" dirty="0">
                <a:solidFill>
                  <a:srgbClr val="866154"/>
                </a:solidFill>
                <a:latin typeface="Calibri"/>
                <a:cs typeface="Calibri"/>
              </a:rPr>
              <a:t>as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75" dirty="0">
                <a:solidFill>
                  <a:srgbClr val="866154"/>
                </a:solidFill>
                <a:latin typeface="Calibri"/>
                <a:cs typeface="Calibri"/>
              </a:rPr>
              <a:t>heat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10" dirty="0">
                <a:solidFill>
                  <a:srgbClr val="866154"/>
                </a:solidFill>
                <a:latin typeface="Calibri"/>
                <a:cs typeface="Calibri"/>
              </a:rPr>
              <a:t>source</a:t>
            </a:r>
            <a:endParaRPr sz="3300">
              <a:latin typeface="Calibri"/>
              <a:cs typeface="Calibri"/>
            </a:endParaRPr>
          </a:p>
          <a:p>
            <a:pPr marL="737870" marR="730250" indent="21590" algn="just">
              <a:lnSpc>
                <a:spcPct val="235100"/>
              </a:lnSpc>
            </a:pPr>
            <a:r>
              <a:rPr sz="3300" spc="210" dirty="0">
                <a:solidFill>
                  <a:srgbClr val="866154"/>
                </a:solidFill>
                <a:latin typeface="Calibri"/>
                <a:cs typeface="Calibri"/>
              </a:rPr>
              <a:t>Auto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80" dirty="0">
                <a:solidFill>
                  <a:srgbClr val="866154"/>
                </a:solidFill>
                <a:latin typeface="Calibri"/>
                <a:cs typeface="Calibri"/>
              </a:rPr>
              <a:t>temperature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65" dirty="0">
                <a:solidFill>
                  <a:srgbClr val="866154"/>
                </a:solidFill>
                <a:latin typeface="Calibri"/>
                <a:cs typeface="Calibri"/>
              </a:rPr>
              <a:t>sensors </a:t>
            </a:r>
            <a:r>
              <a:rPr sz="3300" spc="240" dirty="0">
                <a:solidFill>
                  <a:srgbClr val="866154"/>
                </a:solidFill>
                <a:latin typeface="Calibri"/>
                <a:cs typeface="Calibri"/>
              </a:rPr>
              <a:t>Car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60" dirty="0">
                <a:solidFill>
                  <a:srgbClr val="866154"/>
                </a:solidFill>
                <a:latin typeface="Calibri"/>
                <a:cs typeface="Calibri"/>
              </a:rPr>
              <a:t>fan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65" dirty="0">
                <a:solidFill>
                  <a:srgbClr val="866154"/>
                </a:solidFill>
                <a:latin typeface="Calibri"/>
                <a:cs typeface="Calibri"/>
              </a:rPr>
              <a:t>for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20" dirty="0">
                <a:solidFill>
                  <a:srgbClr val="866154"/>
                </a:solidFill>
                <a:latin typeface="Calibri"/>
                <a:cs typeface="Calibri"/>
              </a:rPr>
              <a:t>air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65" dirty="0">
                <a:solidFill>
                  <a:srgbClr val="866154"/>
                </a:solidFill>
                <a:latin typeface="Calibri"/>
                <a:cs typeface="Calibri"/>
              </a:rPr>
              <a:t>circulation </a:t>
            </a:r>
            <a:r>
              <a:rPr sz="3300" spc="55" dirty="0">
                <a:solidFill>
                  <a:srgbClr val="866154"/>
                </a:solidFill>
                <a:latin typeface="Calibri"/>
                <a:cs typeface="Calibri"/>
              </a:rPr>
              <a:t>Dashboard</a:t>
            </a:r>
            <a:r>
              <a:rPr sz="3300" spc="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80" dirty="0">
                <a:solidFill>
                  <a:srgbClr val="866154"/>
                </a:solidFill>
                <a:latin typeface="Calibri"/>
                <a:cs typeface="Calibri"/>
              </a:rPr>
              <a:t>lights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65" dirty="0">
                <a:solidFill>
                  <a:srgbClr val="866154"/>
                </a:solidFill>
                <a:latin typeface="Calibri"/>
                <a:cs typeface="Calibri"/>
              </a:rPr>
              <a:t>for</a:t>
            </a:r>
            <a:r>
              <a:rPr sz="3300" spc="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20" dirty="0">
                <a:solidFill>
                  <a:srgbClr val="866154"/>
                </a:solidFill>
                <a:latin typeface="Calibri"/>
                <a:cs typeface="Calibri"/>
              </a:rPr>
              <a:t>alerts</a:t>
            </a:r>
            <a:endParaRPr sz="3300">
              <a:latin typeface="Calibri"/>
              <a:cs typeface="Calibri"/>
            </a:endParaRPr>
          </a:p>
          <a:p>
            <a:pPr marL="518795" marR="307340" indent="-204470" algn="just">
              <a:lnSpc>
                <a:spcPct val="235100"/>
              </a:lnSpc>
            </a:pPr>
            <a:r>
              <a:rPr sz="3300" dirty="0">
                <a:solidFill>
                  <a:srgbClr val="866154"/>
                </a:solidFill>
                <a:latin typeface="Calibri"/>
                <a:cs typeface="Calibri"/>
              </a:rPr>
              <a:t>Powered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60" dirty="0">
                <a:solidFill>
                  <a:srgbClr val="866154"/>
                </a:solidFill>
                <a:latin typeface="Calibri"/>
                <a:cs typeface="Calibri"/>
              </a:rPr>
              <a:t>by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-20" dirty="0">
                <a:solidFill>
                  <a:srgbClr val="866154"/>
                </a:solidFill>
                <a:latin typeface="Calibri"/>
                <a:cs typeface="Calibri"/>
              </a:rPr>
              <a:t>mains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260" dirty="0">
                <a:solidFill>
                  <a:srgbClr val="866154"/>
                </a:solidFill>
                <a:latin typeface="Calibri"/>
                <a:cs typeface="Calibri"/>
              </a:rPr>
              <a:t>+</a:t>
            </a:r>
            <a:r>
              <a:rPr sz="33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20" dirty="0">
                <a:solidFill>
                  <a:srgbClr val="866154"/>
                </a:solidFill>
                <a:latin typeface="Calibri"/>
                <a:cs typeface="Calibri"/>
              </a:rPr>
              <a:t>car</a:t>
            </a:r>
            <a:r>
              <a:rPr sz="3300" spc="10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30" dirty="0">
                <a:solidFill>
                  <a:srgbClr val="866154"/>
                </a:solidFill>
                <a:latin typeface="Calibri"/>
                <a:cs typeface="Calibri"/>
              </a:rPr>
              <a:t>battery </a:t>
            </a:r>
            <a:r>
              <a:rPr sz="3300" spc="110" dirty="0">
                <a:solidFill>
                  <a:srgbClr val="866154"/>
                </a:solidFill>
                <a:latin typeface="Calibri"/>
                <a:cs typeface="Calibri"/>
              </a:rPr>
              <a:t>Easy-</a:t>
            </a:r>
            <a:r>
              <a:rPr sz="3300" dirty="0">
                <a:solidFill>
                  <a:srgbClr val="866154"/>
                </a:solidFill>
                <a:latin typeface="Calibri"/>
                <a:cs typeface="Calibri"/>
              </a:rPr>
              <a:t>open</a:t>
            </a:r>
            <a:r>
              <a:rPr sz="3300" spc="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50" dirty="0">
                <a:solidFill>
                  <a:srgbClr val="866154"/>
                </a:solidFill>
                <a:latin typeface="Calibri"/>
                <a:cs typeface="Calibri"/>
              </a:rPr>
              <a:t>design</a:t>
            </a:r>
            <a:r>
              <a:rPr sz="3300" spc="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165" dirty="0">
                <a:solidFill>
                  <a:srgbClr val="866154"/>
                </a:solidFill>
                <a:latin typeface="Calibri"/>
                <a:cs typeface="Calibri"/>
              </a:rPr>
              <a:t>for</a:t>
            </a:r>
            <a:r>
              <a:rPr sz="3300" spc="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866154"/>
                </a:solidFill>
                <a:latin typeface="Calibri"/>
                <a:cs typeface="Calibri"/>
              </a:rPr>
              <a:t>cleaning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480" dirty="0"/>
              <a:t>TESTING</a:t>
            </a:r>
            <a:r>
              <a:rPr spc="-375" dirty="0"/>
              <a:t> </a:t>
            </a:r>
            <a:r>
              <a:rPr spc="765" dirty="0"/>
              <a:t>IN</a:t>
            </a:r>
            <a:r>
              <a:rPr spc="-370" dirty="0"/>
              <a:t> </a:t>
            </a:r>
            <a:r>
              <a:rPr spc="830" dirty="0"/>
              <a:t>CLINICS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721" y="2832405"/>
            <a:ext cx="9258299" cy="74545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40629" y="3994293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9626" y="-12525"/>
            <a:ext cx="18048605" cy="10299700"/>
            <a:chOff x="239626" y="-12525"/>
            <a:chExt cx="18048605" cy="102997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 rot="60000">
            <a:off x="3242940" y="4455279"/>
            <a:ext cx="4279082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0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Co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nd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ucted</a:t>
            </a:r>
            <a:r>
              <a:rPr sz="3250" spc="18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1709" dirty="0">
                <a:solidFill>
                  <a:srgbClr val="866154"/>
                </a:solidFill>
                <a:latin typeface="Calibri"/>
                <a:cs typeface="Calibri"/>
              </a:rPr>
              <a:t>te</a:t>
            </a:r>
            <a:r>
              <a:rPr sz="4875" baseline="-2564" dirty="0">
                <a:solidFill>
                  <a:srgbClr val="866154"/>
                </a:solidFill>
                <a:latin typeface="Calibri"/>
                <a:cs typeface="Calibri"/>
              </a:rPr>
              <a:t>sti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ng</a:t>
            </a:r>
            <a:r>
              <a:rPr sz="4875" spc="300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-4273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4875" spc="-15" baseline="-5128" dirty="0">
                <a:solidFill>
                  <a:srgbClr val="866154"/>
                </a:solidFill>
                <a:latin typeface="Calibri"/>
                <a:cs typeface="Calibri"/>
              </a:rPr>
              <a:t>ith</a:t>
            </a:r>
            <a:r>
              <a:rPr sz="4875" spc="-15" baseline="-5982" dirty="0">
                <a:solidFill>
                  <a:srgbClr val="866154"/>
                </a:solidFill>
                <a:latin typeface="Calibri"/>
                <a:cs typeface="Calibri"/>
              </a:rPr>
              <a:t>:</a:t>
            </a:r>
            <a:endParaRPr sz="4875" baseline="-5982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 rot="60000">
            <a:off x="5064804" y="5630008"/>
            <a:ext cx="2294567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u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sa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bility</a:t>
            </a:r>
            <a:r>
              <a:rPr sz="3250" spc="22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37" baseline="-1709" dirty="0">
                <a:solidFill>
                  <a:srgbClr val="866154"/>
                </a:solidFill>
                <a:latin typeface="Calibri"/>
                <a:cs typeface="Calibri"/>
              </a:rPr>
              <a:t>nd</a:t>
            </a:r>
            <a:endParaRPr sz="4875" baseline="-1709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 rot="60000">
            <a:off x="3192234" y="5553638"/>
            <a:ext cx="1818909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Nu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rs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es</a:t>
            </a:r>
            <a:r>
              <a:rPr sz="3250" spc="28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1500" spc="1800" dirty="0">
                <a:solidFill>
                  <a:srgbClr val="866154"/>
                </a:solidFill>
                <a:latin typeface="Lucida Sans Unicode"/>
                <a:cs typeface="Lucida Sans Unicode"/>
              </a:rPr>
              <a:t>→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 rot="60000">
            <a:off x="3168101" y="6130301"/>
            <a:ext cx="1498074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co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nt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rols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 rot="60000">
            <a:off x="3138638" y="7297135"/>
            <a:ext cx="2072009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3418" dirty="0">
                <a:solidFill>
                  <a:srgbClr val="866154"/>
                </a:solidFill>
                <a:latin typeface="Calibri"/>
                <a:cs typeface="Calibri"/>
              </a:rPr>
              <a:t>Te</a:t>
            </a: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ch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nic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ians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 rot="60000">
            <a:off x="5200959" y="7368845"/>
            <a:ext cx="588660" cy="19050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>
              <a:lnSpc>
                <a:spcPts val="1495"/>
              </a:lnSpc>
              <a:spcBef>
                <a:spcPts val="1770"/>
              </a:spcBef>
            </a:pPr>
            <a:r>
              <a:rPr sz="1500" spc="1800" dirty="0">
                <a:solidFill>
                  <a:srgbClr val="866154"/>
                </a:solidFill>
                <a:latin typeface="Lucida Sans Unicode"/>
                <a:cs typeface="Lucida Sans Unicode"/>
              </a:rPr>
              <a:t>→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 rot="60000">
            <a:off x="5779736" y="7386180"/>
            <a:ext cx="2222783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4273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spc="-15" baseline="3418" dirty="0">
                <a:solidFill>
                  <a:srgbClr val="866154"/>
                </a:solidFill>
                <a:latin typeface="Calibri"/>
                <a:cs typeface="Calibri"/>
              </a:rPr>
              <a:t>ep</a:t>
            </a: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air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ab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ility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12957404" y="5404969"/>
            <a:ext cx="522653" cy="17145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ts val="1345"/>
              </a:lnSpc>
              <a:spcBef>
                <a:spcPts val="1555"/>
              </a:spcBef>
            </a:pPr>
            <a:r>
              <a:rPr sz="1350" spc="1565" dirty="0">
                <a:solidFill>
                  <a:srgbClr val="866154"/>
                </a:solidFill>
                <a:latin typeface="Lucida Sans Unicode"/>
                <a:cs typeface="Lucida Sans Unicode"/>
              </a:rPr>
              <a:t>→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13469239" y="5416682"/>
            <a:ext cx="173933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1915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2900" dirty="0">
                <a:solidFill>
                  <a:srgbClr val="866154"/>
                </a:solidFill>
                <a:latin typeface="Calibri"/>
                <a:cs typeface="Calibri"/>
              </a:rPr>
              <a:t>ust,</a:t>
            </a:r>
            <a:r>
              <a:rPr sz="2900" spc="9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866154"/>
                </a:solidFill>
                <a:latin typeface="Calibri"/>
                <a:cs typeface="Calibri"/>
              </a:rPr>
              <a:t>hea</a:t>
            </a:r>
            <a:r>
              <a:rPr sz="4350" spc="-30" baseline="-1915" dirty="0">
                <a:solidFill>
                  <a:srgbClr val="866154"/>
                </a:solidFill>
                <a:latin typeface="Calibri"/>
                <a:cs typeface="Calibri"/>
              </a:rPr>
              <a:t>t,</a:t>
            </a:r>
            <a:endParaRPr sz="4350" baseline="-1915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9826556" y="5326067"/>
            <a:ext cx="313196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0"/>
              </a:lnSpc>
            </a:pPr>
            <a:r>
              <a:rPr sz="4350" spc="-104" baseline="1915" dirty="0">
                <a:solidFill>
                  <a:srgbClr val="866154"/>
                </a:solidFill>
                <a:latin typeface="Calibri"/>
                <a:cs typeface="Calibri"/>
              </a:rPr>
              <a:t>En</a:t>
            </a:r>
            <a:r>
              <a:rPr sz="2900" spc="-70" dirty="0">
                <a:solidFill>
                  <a:srgbClr val="866154"/>
                </a:solidFill>
                <a:latin typeface="Calibri"/>
                <a:cs typeface="Calibri"/>
              </a:rPr>
              <a:t>vironmen</a:t>
            </a:r>
            <a:r>
              <a:rPr sz="4350" spc="-104" baseline="-1915" dirty="0">
                <a:solidFill>
                  <a:srgbClr val="866154"/>
                </a:solidFill>
                <a:latin typeface="Calibri"/>
                <a:cs typeface="Calibri"/>
              </a:rPr>
              <a:t>ta</a:t>
            </a:r>
            <a:r>
              <a:rPr sz="4350" spc="-104" baseline="-2873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r>
              <a:rPr sz="4350" spc="-135" baseline="-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104" baseline="-2873" dirty="0">
                <a:solidFill>
                  <a:srgbClr val="866154"/>
                </a:solidFill>
                <a:latin typeface="Calibri"/>
                <a:cs typeface="Calibri"/>
              </a:rPr>
              <a:t>te</a:t>
            </a:r>
            <a:r>
              <a:rPr sz="4350" spc="104" baseline="-3831" dirty="0">
                <a:solidFill>
                  <a:srgbClr val="866154"/>
                </a:solidFill>
                <a:latin typeface="Calibri"/>
                <a:cs typeface="Calibri"/>
              </a:rPr>
              <a:t>st</a:t>
            </a:r>
            <a:r>
              <a:rPr sz="4350" spc="104" baseline="-4789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endParaRPr sz="4350" baseline="-4789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9796476" y="5803707"/>
            <a:ext cx="139628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um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idity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14336009" y="6975906"/>
            <a:ext cx="126328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52" baseline="1915" dirty="0">
                <a:solidFill>
                  <a:srgbClr val="866154"/>
                </a:solidFill>
                <a:latin typeface="Calibri"/>
                <a:cs typeface="Calibri"/>
              </a:rPr>
              <a:t>bat</a:t>
            </a:r>
            <a:r>
              <a:rPr sz="2900" spc="35" dirty="0">
                <a:solidFill>
                  <a:srgbClr val="866154"/>
                </a:solidFill>
                <a:latin typeface="Calibri"/>
                <a:cs typeface="Calibri"/>
              </a:rPr>
              <a:t>tery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9779484" y="6887562"/>
            <a:ext cx="450643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37" baseline="7662" dirty="0">
                <a:solidFill>
                  <a:srgbClr val="866154"/>
                </a:solidFill>
                <a:latin typeface="Calibri"/>
                <a:cs typeface="Calibri"/>
              </a:rPr>
              <a:t>P</a:t>
            </a:r>
            <a:r>
              <a:rPr sz="4350" spc="-37" baseline="6704" dirty="0">
                <a:solidFill>
                  <a:srgbClr val="866154"/>
                </a:solidFill>
                <a:latin typeface="Calibri"/>
                <a:cs typeface="Calibri"/>
              </a:rPr>
              <a:t>ow</a:t>
            </a:r>
            <a:r>
              <a:rPr sz="4350" spc="-37" baseline="5747" dirty="0">
                <a:solidFill>
                  <a:srgbClr val="866154"/>
                </a:solidFill>
                <a:latin typeface="Calibri"/>
                <a:cs typeface="Calibri"/>
              </a:rPr>
              <a:t>er</a:t>
            </a:r>
            <a:r>
              <a:rPr sz="4350" spc="-15" baseline="574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4789" dirty="0">
                <a:solidFill>
                  <a:srgbClr val="866154"/>
                </a:solidFill>
                <a:latin typeface="Calibri"/>
                <a:cs typeface="Calibri"/>
              </a:rPr>
              <a:t>ou</a:t>
            </a:r>
            <a:r>
              <a:rPr sz="4350" baseline="3831" dirty="0">
                <a:solidFill>
                  <a:srgbClr val="866154"/>
                </a:solidFill>
                <a:latin typeface="Calibri"/>
                <a:cs typeface="Calibri"/>
              </a:rPr>
              <a:t>ta</a:t>
            </a:r>
            <a:r>
              <a:rPr sz="4350" baseline="2873" dirty="0">
                <a:solidFill>
                  <a:srgbClr val="866154"/>
                </a:solidFill>
                <a:latin typeface="Calibri"/>
                <a:cs typeface="Calibri"/>
              </a:rPr>
              <a:t>ge</a:t>
            </a: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67" baseline="1915" dirty="0">
                <a:solidFill>
                  <a:srgbClr val="866154"/>
                </a:solidFill>
                <a:latin typeface="Calibri"/>
                <a:cs typeface="Calibri"/>
              </a:rPr>
              <a:t>sim</a:t>
            </a:r>
            <a:r>
              <a:rPr sz="2900" spc="-45" dirty="0">
                <a:solidFill>
                  <a:srgbClr val="866154"/>
                </a:solidFill>
                <a:latin typeface="Calibri"/>
                <a:cs typeface="Calibri"/>
              </a:rPr>
              <a:t>ulations</a:t>
            </a:r>
            <a:r>
              <a:rPr sz="2900" spc="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2025" spc="2347" baseline="-4115" dirty="0">
                <a:solidFill>
                  <a:srgbClr val="866154"/>
                </a:solidFill>
                <a:latin typeface="Lucida Sans Unicode"/>
                <a:cs typeface="Lucida Sans Unicode"/>
              </a:rPr>
              <a:t>→</a:t>
            </a:r>
            <a:endParaRPr sz="2025" baseline="-4115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 rot="60000">
            <a:off x="9841032" y="7349128"/>
            <a:ext cx="156293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re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lia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bility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IMPACT&amp;</a:t>
            </a:r>
            <a:r>
              <a:rPr spc="-140" dirty="0"/>
              <a:t> </a:t>
            </a:r>
            <a:r>
              <a:rPr spc="475" dirty="0"/>
              <a:t>LIMITATION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1721" y="2832405"/>
            <a:ext cx="9258300" cy="7454900"/>
            <a:chOff x="801721" y="2832405"/>
            <a:chExt cx="9258300" cy="745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721" y="2832405"/>
              <a:ext cx="9258299" cy="74545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3944" y="3905208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30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8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6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1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3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4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2" y="689349"/>
                  </a:lnTo>
                  <a:lnTo>
                    <a:pt x="976898" y="728223"/>
                  </a:lnTo>
                  <a:lnTo>
                    <a:pt x="948250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2"/>
                  </a:lnTo>
                  <a:lnTo>
                    <a:pt x="755268" y="903600"/>
                  </a:lnTo>
                  <a:lnTo>
                    <a:pt x="710239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40629" y="3994292"/>
            <a:ext cx="2590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28449" y="3412560"/>
            <a:ext cx="9220200" cy="6874509"/>
            <a:chOff x="8428449" y="3412560"/>
            <a:chExt cx="9220200" cy="68745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8449" y="3412560"/>
              <a:ext cx="9220199" cy="68744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61202" y="4405351"/>
              <a:ext cx="1040130" cy="958850"/>
            </a:xfrm>
            <a:custGeom>
              <a:avLst/>
              <a:gdLst/>
              <a:ahLst/>
              <a:cxnLst/>
              <a:rect l="l" t="t" r="r" b="b"/>
              <a:pathLst>
                <a:path w="1040129" h="958850">
                  <a:moveTo>
                    <a:pt x="470171" y="958576"/>
                  </a:moveTo>
                  <a:lnTo>
                    <a:pt x="421095" y="955858"/>
                  </a:lnTo>
                  <a:lnTo>
                    <a:pt x="372306" y="949805"/>
                  </a:lnTo>
                  <a:lnTo>
                    <a:pt x="324078" y="940438"/>
                  </a:lnTo>
                  <a:lnTo>
                    <a:pt x="276687" y="927780"/>
                  </a:lnTo>
                  <a:lnTo>
                    <a:pt x="230407" y="911851"/>
                  </a:lnTo>
                  <a:lnTo>
                    <a:pt x="188322" y="893829"/>
                  </a:lnTo>
                  <a:lnTo>
                    <a:pt x="147698" y="872216"/>
                  </a:lnTo>
                  <a:lnTo>
                    <a:pt x="109750" y="846730"/>
                  </a:lnTo>
                  <a:lnTo>
                    <a:pt x="75693" y="817088"/>
                  </a:lnTo>
                  <a:lnTo>
                    <a:pt x="46741" y="783011"/>
                  </a:lnTo>
                  <a:lnTo>
                    <a:pt x="24110" y="744215"/>
                  </a:lnTo>
                  <a:lnTo>
                    <a:pt x="7173" y="693720"/>
                  </a:lnTo>
                  <a:lnTo>
                    <a:pt x="0" y="640749"/>
                  </a:lnTo>
                  <a:lnTo>
                    <a:pt x="313" y="586669"/>
                  </a:lnTo>
                  <a:lnTo>
                    <a:pt x="5835" y="532847"/>
                  </a:lnTo>
                  <a:lnTo>
                    <a:pt x="14120" y="482529"/>
                  </a:lnTo>
                  <a:lnTo>
                    <a:pt x="25133" y="432644"/>
                  </a:lnTo>
                  <a:lnTo>
                    <a:pt x="39028" y="383514"/>
                  </a:lnTo>
                  <a:lnTo>
                    <a:pt x="55958" y="335462"/>
                  </a:lnTo>
                  <a:lnTo>
                    <a:pt x="76076" y="288811"/>
                  </a:lnTo>
                  <a:lnTo>
                    <a:pt x="99537" y="243884"/>
                  </a:lnTo>
                  <a:lnTo>
                    <a:pt x="126494" y="201005"/>
                  </a:lnTo>
                  <a:lnTo>
                    <a:pt x="157100" y="160497"/>
                  </a:lnTo>
                  <a:lnTo>
                    <a:pt x="190562" y="122764"/>
                  </a:lnTo>
                  <a:lnTo>
                    <a:pt x="226265" y="88558"/>
                  </a:lnTo>
                  <a:lnTo>
                    <a:pt x="264627" y="58725"/>
                  </a:lnTo>
                  <a:lnTo>
                    <a:pt x="306066" y="34109"/>
                  </a:lnTo>
                  <a:lnTo>
                    <a:pt x="351001" y="15553"/>
                  </a:lnTo>
                  <a:lnTo>
                    <a:pt x="399850" y="3902"/>
                  </a:lnTo>
                  <a:lnTo>
                    <a:pt x="453032" y="0"/>
                  </a:lnTo>
                  <a:lnTo>
                    <a:pt x="510964" y="4691"/>
                  </a:lnTo>
                  <a:lnTo>
                    <a:pt x="560047" y="12106"/>
                  </a:lnTo>
                  <a:lnTo>
                    <a:pt x="608341" y="23907"/>
                  </a:lnTo>
                  <a:lnTo>
                    <a:pt x="655565" y="39876"/>
                  </a:lnTo>
                  <a:lnTo>
                    <a:pt x="701437" y="59795"/>
                  </a:lnTo>
                  <a:lnTo>
                    <a:pt x="745674" y="83446"/>
                  </a:lnTo>
                  <a:lnTo>
                    <a:pt x="787995" y="110612"/>
                  </a:lnTo>
                  <a:lnTo>
                    <a:pt x="828118" y="141075"/>
                  </a:lnTo>
                  <a:lnTo>
                    <a:pt x="865760" y="174616"/>
                  </a:lnTo>
                  <a:lnTo>
                    <a:pt x="900639" y="211018"/>
                  </a:lnTo>
                  <a:lnTo>
                    <a:pt x="932474" y="250063"/>
                  </a:lnTo>
                  <a:lnTo>
                    <a:pt x="960982" y="291533"/>
                  </a:lnTo>
                  <a:lnTo>
                    <a:pt x="985882" y="335211"/>
                  </a:lnTo>
                  <a:lnTo>
                    <a:pt x="1005535" y="377512"/>
                  </a:lnTo>
                  <a:lnTo>
                    <a:pt x="1021523" y="421484"/>
                  </a:lnTo>
                  <a:lnTo>
                    <a:pt x="1033086" y="466629"/>
                  </a:lnTo>
                  <a:lnTo>
                    <a:pt x="1039465" y="512452"/>
                  </a:lnTo>
                  <a:lnTo>
                    <a:pt x="1039898" y="558457"/>
                  </a:lnTo>
                  <a:lnTo>
                    <a:pt x="1033627" y="604148"/>
                  </a:lnTo>
                  <a:lnTo>
                    <a:pt x="1020510" y="647920"/>
                  </a:lnTo>
                  <a:lnTo>
                    <a:pt x="1001293" y="689349"/>
                  </a:lnTo>
                  <a:lnTo>
                    <a:pt x="976899" y="728223"/>
                  </a:lnTo>
                  <a:lnTo>
                    <a:pt x="948251" y="764329"/>
                  </a:lnTo>
                  <a:lnTo>
                    <a:pt x="916271" y="797453"/>
                  </a:lnTo>
                  <a:lnTo>
                    <a:pt x="879436" y="829301"/>
                  </a:lnTo>
                  <a:lnTo>
                    <a:pt x="840141" y="857593"/>
                  </a:lnTo>
                  <a:lnTo>
                    <a:pt x="798660" y="882353"/>
                  </a:lnTo>
                  <a:lnTo>
                    <a:pt x="755268" y="903600"/>
                  </a:lnTo>
                  <a:lnTo>
                    <a:pt x="710240" y="921358"/>
                  </a:lnTo>
                  <a:lnTo>
                    <a:pt x="663850" y="935649"/>
                  </a:lnTo>
                  <a:lnTo>
                    <a:pt x="616373" y="946494"/>
                  </a:lnTo>
                  <a:lnTo>
                    <a:pt x="568085" y="953915"/>
                  </a:lnTo>
                  <a:lnTo>
                    <a:pt x="519259" y="957935"/>
                  </a:lnTo>
                  <a:lnTo>
                    <a:pt x="470171" y="958576"/>
                  </a:lnTo>
                  <a:close/>
                </a:path>
              </a:pathLst>
            </a:custGeom>
            <a:solidFill>
              <a:srgbClr val="866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191367" y="4494435"/>
            <a:ext cx="292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819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45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626" y="-12525"/>
            <a:ext cx="18048605" cy="3495675"/>
            <a:chOff x="239626" y="-12525"/>
            <a:chExt cx="18048605" cy="34956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626" y="-12525"/>
              <a:ext cx="3460250" cy="28577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93365" y="195711"/>
              <a:ext cx="2094634" cy="32868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 rot="60000">
            <a:off x="3222804" y="4396125"/>
            <a:ext cx="1417719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I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mp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act: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60000">
            <a:off x="3221312" y="5011642"/>
            <a:ext cx="3278165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baseline="5982" dirty="0">
                <a:solidFill>
                  <a:srgbClr val="866154"/>
                </a:solidFill>
                <a:latin typeface="Calibri"/>
                <a:cs typeface="Calibri"/>
              </a:rPr>
              <a:t>Pro</a:t>
            </a:r>
            <a:r>
              <a:rPr sz="4875" baseline="5128" dirty="0">
                <a:solidFill>
                  <a:srgbClr val="866154"/>
                </a:solidFill>
                <a:latin typeface="Calibri"/>
                <a:cs typeface="Calibri"/>
              </a:rPr>
              <a:t>ve</a:t>
            </a:r>
            <a:r>
              <a:rPr sz="4875" baseline="4273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spc="37" baseline="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89" baseline="3418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44" baseline="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72" baseline="3418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r>
              <a:rPr sz="4875" spc="-172" baseline="2564" dirty="0">
                <a:solidFill>
                  <a:srgbClr val="866154"/>
                </a:solidFill>
                <a:latin typeface="Calibri"/>
                <a:cs typeface="Calibri"/>
              </a:rPr>
              <a:t>ow</a:t>
            </a:r>
            <a:r>
              <a:rPr sz="4875" spc="-172" baseline="1709" dirty="0">
                <a:solidFill>
                  <a:srgbClr val="866154"/>
                </a:solidFill>
                <a:latin typeface="Calibri"/>
                <a:cs typeface="Calibri"/>
              </a:rPr>
              <a:t>-</a:t>
            </a:r>
            <a:r>
              <a:rPr sz="4875" spc="-30" baseline="1709" dirty="0">
                <a:solidFill>
                  <a:srgbClr val="866154"/>
                </a:solidFill>
                <a:latin typeface="Calibri"/>
                <a:cs typeface="Calibri"/>
              </a:rPr>
              <a:t>c</a:t>
            </a:r>
            <a:r>
              <a:rPr sz="3250" spc="-20" dirty="0">
                <a:solidFill>
                  <a:srgbClr val="866154"/>
                </a:solidFill>
                <a:latin typeface="Calibri"/>
                <a:cs typeface="Calibri"/>
              </a:rPr>
              <a:t>ost,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60000">
            <a:off x="3206464" y="5623119"/>
            <a:ext cx="4916541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0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ep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airable</a:t>
            </a:r>
            <a:r>
              <a:rPr sz="3250" spc="1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12" baseline="-1709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875" spc="-112" baseline="-2564" dirty="0">
                <a:solidFill>
                  <a:srgbClr val="866154"/>
                </a:solidFill>
                <a:latin typeface="Calibri"/>
                <a:cs typeface="Calibri"/>
              </a:rPr>
              <a:t>ed</a:t>
            </a:r>
            <a:r>
              <a:rPr sz="4875" spc="-112" baseline="-3418" dirty="0">
                <a:solidFill>
                  <a:srgbClr val="866154"/>
                </a:solidFill>
                <a:latin typeface="Calibri"/>
                <a:cs typeface="Calibri"/>
              </a:rPr>
              <a:t>ica</a:t>
            </a:r>
            <a:r>
              <a:rPr sz="4875" spc="-112" baseline="-4273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r>
              <a:rPr sz="4875" spc="22" baseline="-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4273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875" baseline="-5128" dirty="0">
                <a:solidFill>
                  <a:srgbClr val="866154"/>
                </a:solidFill>
                <a:latin typeface="Calibri"/>
                <a:cs typeface="Calibri"/>
              </a:rPr>
              <a:t>ev</a:t>
            </a:r>
            <a:r>
              <a:rPr sz="4875" baseline="-5982" dirty="0">
                <a:solidFill>
                  <a:srgbClr val="866154"/>
                </a:solidFill>
                <a:latin typeface="Calibri"/>
                <a:cs typeface="Calibri"/>
              </a:rPr>
              <a:t>ic</a:t>
            </a:r>
            <a:r>
              <a:rPr sz="4875" baseline="-6837" dirty="0">
                <a:solidFill>
                  <a:srgbClr val="866154"/>
                </a:solidFill>
                <a:latin typeface="Calibri"/>
                <a:cs typeface="Calibri"/>
              </a:rPr>
              <a:t>e</a:t>
            </a:r>
            <a:r>
              <a:rPr sz="4875" spc="22" baseline="-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75" baseline="-6837" dirty="0">
                <a:solidFill>
                  <a:srgbClr val="866154"/>
                </a:solidFill>
                <a:latin typeface="Calibri"/>
                <a:cs typeface="Calibri"/>
              </a:rPr>
              <a:t>i</a:t>
            </a:r>
            <a:r>
              <a:rPr sz="4875" spc="75" baseline="-7692" dirty="0">
                <a:solidFill>
                  <a:srgbClr val="866154"/>
                </a:solidFill>
                <a:latin typeface="Calibri"/>
                <a:cs typeface="Calibri"/>
              </a:rPr>
              <a:t>s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60000">
            <a:off x="3169825" y="6132211"/>
            <a:ext cx="1589822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po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ssi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ble.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60000">
            <a:off x="3169143" y="6782138"/>
            <a:ext cx="5116515" cy="41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30"/>
              </a:lnSpc>
            </a:pPr>
            <a:r>
              <a:rPr sz="4875" baseline="2564" dirty="0">
                <a:solidFill>
                  <a:srgbClr val="866154"/>
                </a:solidFill>
                <a:latin typeface="Calibri"/>
                <a:cs typeface="Calibri"/>
              </a:rPr>
              <a:t>I</a:t>
            </a:r>
            <a:r>
              <a:rPr sz="4875" baseline="1709" dirty="0">
                <a:solidFill>
                  <a:srgbClr val="866154"/>
                </a:solidFill>
                <a:latin typeface="Calibri"/>
                <a:cs typeface="Calibri"/>
              </a:rPr>
              <a:t>nf</a:t>
            </a:r>
            <a:r>
              <a:rPr sz="3250" dirty="0">
                <a:solidFill>
                  <a:srgbClr val="866154"/>
                </a:solidFill>
                <a:latin typeface="Calibri"/>
                <a:cs typeface="Calibri"/>
              </a:rPr>
              <a:t>luenced</a:t>
            </a:r>
            <a:r>
              <a:rPr sz="3250" spc="45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baseline="-1709" dirty="0">
                <a:solidFill>
                  <a:srgbClr val="866154"/>
                </a:solidFill>
                <a:latin typeface="Calibri"/>
                <a:cs typeface="Calibri"/>
              </a:rPr>
              <a:t>g</a:t>
            </a:r>
            <a:r>
              <a:rPr sz="4875" baseline="-2564" dirty="0">
                <a:solidFill>
                  <a:srgbClr val="866154"/>
                </a:solidFill>
                <a:latin typeface="Calibri"/>
                <a:cs typeface="Calibri"/>
              </a:rPr>
              <a:t>lob</a:t>
            </a:r>
            <a:r>
              <a:rPr sz="4875" baseline="-3418" dirty="0">
                <a:solidFill>
                  <a:srgbClr val="866154"/>
                </a:solidFill>
                <a:latin typeface="Calibri"/>
                <a:cs typeface="Calibri"/>
              </a:rPr>
              <a:t>al</a:t>
            </a:r>
            <a:r>
              <a:rPr sz="4875" spc="67" baseline="-341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60" baseline="-4273" dirty="0">
                <a:solidFill>
                  <a:srgbClr val="866154"/>
                </a:solidFill>
                <a:latin typeface="Calibri"/>
                <a:cs typeface="Calibri"/>
              </a:rPr>
              <a:t>th</a:t>
            </a:r>
            <a:r>
              <a:rPr sz="4875" spc="-60" baseline="-5128" dirty="0">
                <a:solidFill>
                  <a:srgbClr val="866154"/>
                </a:solidFill>
                <a:latin typeface="Calibri"/>
                <a:cs typeface="Calibri"/>
              </a:rPr>
              <a:t>in</a:t>
            </a:r>
            <a:r>
              <a:rPr sz="4875" spc="-60" baseline="-5982" dirty="0">
                <a:solidFill>
                  <a:srgbClr val="866154"/>
                </a:solidFill>
                <a:latin typeface="Calibri"/>
                <a:cs typeface="Calibri"/>
              </a:rPr>
              <a:t>kin</a:t>
            </a:r>
            <a:r>
              <a:rPr sz="4875" spc="-60" baseline="-6837" dirty="0">
                <a:solidFill>
                  <a:srgbClr val="866154"/>
                </a:solidFill>
                <a:latin typeface="Calibri"/>
                <a:cs typeface="Calibri"/>
              </a:rPr>
              <a:t>g</a:t>
            </a:r>
            <a:r>
              <a:rPr sz="4875" spc="67" baseline="-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37" baseline="-6837" dirty="0">
                <a:solidFill>
                  <a:srgbClr val="866154"/>
                </a:solidFill>
                <a:latin typeface="Calibri"/>
                <a:cs typeface="Calibri"/>
              </a:rPr>
              <a:t>o</a:t>
            </a:r>
            <a:r>
              <a:rPr sz="4875" spc="-37" baseline="-7692" dirty="0">
                <a:solidFill>
                  <a:srgbClr val="866154"/>
                </a:solidFill>
                <a:latin typeface="Calibri"/>
                <a:cs typeface="Calibri"/>
              </a:rPr>
              <a:t>n</a:t>
            </a:r>
            <a:endParaRPr sz="4875" baseline="-7692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60000">
            <a:off x="3149326" y="7346008"/>
            <a:ext cx="448706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82" baseline="8547" dirty="0">
                <a:solidFill>
                  <a:srgbClr val="866154"/>
                </a:solidFill>
                <a:latin typeface="Calibri"/>
                <a:cs typeface="Calibri"/>
              </a:rPr>
              <a:t>“de</a:t>
            </a:r>
            <a:r>
              <a:rPr sz="4875" spc="-82" baseline="7692" dirty="0">
                <a:solidFill>
                  <a:srgbClr val="866154"/>
                </a:solidFill>
                <a:latin typeface="Calibri"/>
                <a:cs typeface="Calibri"/>
              </a:rPr>
              <a:t>si</a:t>
            </a:r>
            <a:r>
              <a:rPr sz="4875" spc="-82" baseline="6837" dirty="0">
                <a:solidFill>
                  <a:srgbClr val="866154"/>
                </a:solidFill>
                <a:latin typeface="Calibri"/>
                <a:cs typeface="Calibri"/>
              </a:rPr>
              <a:t>gn</a:t>
            </a:r>
            <a:r>
              <a:rPr sz="4875" spc="-97" baseline="683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157" baseline="5982" dirty="0">
                <a:solidFill>
                  <a:srgbClr val="866154"/>
                </a:solidFill>
                <a:latin typeface="Calibri"/>
                <a:cs typeface="Calibri"/>
              </a:rPr>
              <a:t>fo</a:t>
            </a:r>
            <a:r>
              <a:rPr sz="4875" spc="157" baseline="5128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spc="-89" baseline="512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5128" dirty="0">
                <a:solidFill>
                  <a:srgbClr val="866154"/>
                </a:solidFill>
                <a:latin typeface="Calibri"/>
                <a:cs typeface="Calibri"/>
              </a:rPr>
              <a:t>r</a:t>
            </a:r>
            <a:r>
              <a:rPr sz="4875" spc="-15" baseline="4273" dirty="0">
                <a:solidFill>
                  <a:srgbClr val="866154"/>
                </a:solidFill>
                <a:latin typeface="Calibri"/>
                <a:cs typeface="Calibri"/>
              </a:rPr>
              <a:t>ep</a:t>
            </a:r>
            <a:r>
              <a:rPr sz="4875" spc="-15" baseline="3418" dirty="0">
                <a:solidFill>
                  <a:srgbClr val="866154"/>
                </a:solidFill>
                <a:latin typeface="Calibri"/>
                <a:cs typeface="Calibri"/>
              </a:rPr>
              <a:t>ai</a:t>
            </a: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rab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il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ity”.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60000">
            <a:off x="3130387" y="7922096"/>
            <a:ext cx="4416881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60" baseline="6837" dirty="0">
                <a:solidFill>
                  <a:srgbClr val="866154"/>
                </a:solidFill>
                <a:latin typeface="Calibri"/>
                <a:cs typeface="Calibri"/>
              </a:rPr>
              <a:t>B</a:t>
            </a:r>
            <a:r>
              <a:rPr sz="4875" spc="-60" baseline="5982" dirty="0">
                <a:solidFill>
                  <a:srgbClr val="866154"/>
                </a:solidFill>
                <a:latin typeface="Calibri"/>
                <a:cs typeface="Calibri"/>
              </a:rPr>
              <a:t>ec</a:t>
            </a:r>
            <a:r>
              <a:rPr sz="4875" spc="-60" baseline="5128" dirty="0">
                <a:solidFill>
                  <a:srgbClr val="866154"/>
                </a:solidFill>
                <a:latin typeface="Calibri"/>
                <a:cs typeface="Calibri"/>
              </a:rPr>
              <a:t>am</a:t>
            </a:r>
            <a:r>
              <a:rPr sz="4875" spc="-60" baseline="4273" dirty="0">
                <a:solidFill>
                  <a:srgbClr val="866154"/>
                </a:solidFill>
                <a:latin typeface="Calibri"/>
                <a:cs typeface="Calibri"/>
              </a:rPr>
              <a:t>e</a:t>
            </a:r>
            <a:r>
              <a:rPr sz="4875" spc="-135" baseline="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89" baseline="4273" dirty="0">
                <a:solidFill>
                  <a:srgbClr val="866154"/>
                </a:solidFill>
                <a:latin typeface="Calibri"/>
                <a:cs typeface="Calibri"/>
              </a:rPr>
              <a:t>a</a:t>
            </a:r>
            <a:r>
              <a:rPr sz="4875" spc="-135" baseline="42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875" spc="-15" baseline="3418" dirty="0">
                <a:solidFill>
                  <a:srgbClr val="866154"/>
                </a:solidFill>
                <a:latin typeface="Calibri"/>
                <a:cs typeface="Calibri"/>
              </a:rPr>
              <a:t>t</a:t>
            </a:r>
            <a:r>
              <a:rPr sz="4875" spc="-15" baseline="2564" dirty="0">
                <a:solidFill>
                  <a:srgbClr val="866154"/>
                </a:solidFill>
                <a:latin typeface="Calibri"/>
                <a:cs typeface="Calibri"/>
              </a:rPr>
              <a:t>ea</a:t>
            </a: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ch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ing</a:t>
            </a:r>
            <a:r>
              <a:rPr sz="3250" spc="-9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mod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el</a:t>
            </a:r>
            <a:endParaRPr sz="4875" baseline="-1709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60000">
            <a:off x="3099758" y="8449708"/>
            <a:ext cx="1953329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65"/>
              </a:lnSpc>
            </a:pPr>
            <a:r>
              <a:rPr sz="4875" spc="-15" baseline="1709" dirty="0">
                <a:solidFill>
                  <a:srgbClr val="866154"/>
                </a:solidFill>
                <a:latin typeface="Calibri"/>
                <a:cs typeface="Calibri"/>
              </a:rPr>
              <a:t>w</a:t>
            </a:r>
            <a:r>
              <a:rPr sz="3250" spc="-10" dirty="0">
                <a:solidFill>
                  <a:srgbClr val="866154"/>
                </a:solidFill>
                <a:latin typeface="Calibri"/>
                <a:cs typeface="Calibri"/>
              </a:rPr>
              <a:t>orldwid</a:t>
            </a:r>
            <a:r>
              <a:rPr sz="4875" spc="-15" baseline="-1709" dirty="0">
                <a:solidFill>
                  <a:srgbClr val="866154"/>
                </a:solidFill>
                <a:latin typeface="Calibri"/>
                <a:cs typeface="Calibri"/>
              </a:rPr>
              <a:t>e.</a:t>
            </a:r>
            <a:endParaRPr sz="4875" baseline="-1709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 rot="60000">
            <a:off x="9819505" y="5590968"/>
            <a:ext cx="187485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L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imitation</a:t>
            </a:r>
            <a:r>
              <a:rPr sz="4350" spc="-15" baseline="-1915" dirty="0">
                <a:solidFill>
                  <a:srgbClr val="866154"/>
                </a:solidFill>
                <a:latin typeface="Calibri"/>
                <a:cs typeface="Calibri"/>
              </a:rPr>
              <a:t>s:</a:t>
            </a:r>
            <a:endParaRPr sz="4350" baseline="-191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 rot="60000">
            <a:off x="9797022" y="6686322"/>
            <a:ext cx="531122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11494" dirty="0">
                <a:solidFill>
                  <a:srgbClr val="866154"/>
                </a:solidFill>
                <a:latin typeface="Calibri"/>
                <a:cs typeface="Calibri"/>
              </a:rPr>
              <a:t>Di</a:t>
            </a:r>
            <a:r>
              <a:rPr sz="4350" baseline="10536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350" spc="-135" baseline="10536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10536" dirty="0">
                <a:solidFill>
                  <a:srgbClr val="866154"/>
                </a:solidFill>
                <a:latin typeface="Calibri"/>
                <a:cs typeface="Calibri"/>
              </a:rPr>
              <a:t>n</a:t>
            </a:r>
            <a:r>
              <a:rPr sz="4350" baseline="9578" dirty="0">
                <a:solidFill>
                  <a:srgbClr val="866154"/>
                </a:solidFill>
                <a:latin typeface="Calibri"/>
                <a:cs typeface="Calibri"/>
              </a:rPr>
              <a:t>ot</a:t>
            </a:r>
            <a:r>
              <a:rPr sz="4350" spc="-135" baseline="9578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8620" dirty="0">
                <a:solidFill>
                  <a:srgbClr val="866154"/>
                </a:solidFill>
                <a:latin typeface="Calibri"/>
                <a:cs typeface="Calibri"/>
              </a:rPr>
              <a:t>re</a:t>
            </a:r>
            <a:r>
              <a:rPr sz="4350" baseline="7662" dirty="0">
                <a:solidFill>
                  <a:srgbClr val="866154"/>
                </a:solidFill>
                <a:latin typeface="Calibri"/>
                <a:cs typeface="Calibri"/>
              </a:rPr>
              <a:t>ach</a:t>
            </a:r>
            <a:r>
              <a:rPr sz="4350" spc="-127" baseline="766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04" baseline="6704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350" spc="-104" baseline="5747" dirty="0">
                <a:solidFill>
                  <a:srgbClr val="866154"/>
                </a:solidFill>
                <a:latin typeface="Calibri"/>
                <a:cs typeface="Calibri"/>
              </a:rPr>
              <a:t>ass</a:t>
            </a:r>
            <a:r>
              <a:rPr sz="4350" spc="-135" baseline="5747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4789" dirty="0">
                <a:solidFill>
                  <a:srgbClr val="866154"/>
                </a:solidFill>
                <a:latin typeface="Calibri"/>
                <a:cs typeface="Calibri"/>
              </a:rPr>
              <a:t>m</a:t>
            </a:r>
            <a:r>
              <a:rPr sz="4350" spc="-15" baseline="3831" dirty="0">
                <a:solidFill>
                  <a:srgbClr val="866154"/>
                </a:solidFill>
                <a:latin typeface="Calibri"/>
                <a:cs typeface="Calibri"/>
              </a:rPr>
              <a:t>anu</a:t>
            </a: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fa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ct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uring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 rot="60000">
            <a:off x="9778901" y="7176668"/>
            <a:ext cx="4185012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00"/>
              </a:lnSpc>
            </a:pPr>
            <a:r>
              <a:rPr sz="4350" baseline="9578" dirty="0">
                <a:solidFill>
                  <a:srgbClr val="866154"/>
                </a:solidFill>
                <a:latin typeface="Calibri"/>
                <a:cs typeface="Calibri"/>
              </a:rPr>
              <a:t>d</a:t>
            </a:r>
            <a:r>
              <a:rPr sz="4350" baseline="8620" dirty="0">
                <a:solidFill>
                  <a:srgbClr val="866154"/>
                </a:solidFill>
                <a:latin typeface="Calibri"/>
                <a:cs typeface="Calibri"/>
              </a:rPr>
              <a:t>ue</a:t>
            </a:r>
            <a:r>
              <a:rPr sz="4350" spc="157" baseline="8620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89" baseline="7662" dirty="0">
                <a:solidFill>
                  <a:srgbClr val="866154"/>
                </a:solidFill>
                <a:latin typeface="Calibri"/>
                <a:cs typeface="Calibri"/>
              </a:rPr>
              <a:t>to</a:t>
            </a:r>
            <a:r>
              <a:rPr sz="4350" spc="157" baseline="7662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baseline="6704" dirty="0">
                <a:solidFill>
                  <a:srgbClr val="866154"/>
                </a:solidFill>
                <a:latin typeface="Calibri"/>
                <a:cs typeface="Calibri"/>
              </a:rPr>
              <a:t>re</a:t>
            </a:r>
            <a:r>
              <a:rPr sz="4350" baseline="5747" dirty="0">
                <a:solidFill>
                  <a:srgbClr val="866154"/>
                </a:solidFill>
                <a:latin typeface="Calibri"/>
                <a:cs typeface="Calibri"/>
              </a:rPr>
              <a:t>gu</a:t>
            </a:r>
            <a:r>
              <a:rPr sz="4350" baseline="4789" dirty="0">
                <a:solidFill>
                  <a:srgbClr val="866154"/>
                </a:solidFill>
                <a:latin typeface="Calibri"/>
                <a:cs typeface="Calibri"/>
              </a:rPr>
              <a:t>lat</a:t>
            </a:r>
            <a:r>
              <a:rPr sz="4350" baseline="3831" dirty="0">
                <a:solidFill>
                  <a:srgbClr val="866154"/>
                </a:solidFill>
                <a:latin typeface="Calibri"/>
                <a:cs typeface="Calibri"/>
              </a:rPr>
              <a:t>or</a:t>
            </a:r>
            <a:r>
              <a:rPr sz="4350" baseline="2873" dirty="0">
                <a:solidFill>
                  <a:srgbClr val="866154"/>
                </a:solidFill>
                <a:latin typeface="Calibri"/>
                <a:cs typeface="Calibri"/>
              </a:rPr>
              <a:t>y</a:t>
            </a:r>
            <a:r>
              <a:rPr sz="4350" spc="165" baseline="2873" dirty="0">
                <a:solidFill>
                  <a:srgbClr val="866154"/>
                </a:solidFill>
                <a:latin typeface="Calibri"/>
                <a:cs typeface="Calibri"/>
              </a:rPr>
              <a:t> </a:t>
            </a:r>
            <a:r>
              <a:rPr sz="4350" spc="-15" baseline="2873" dirty="0">
                <a:solidFill>
                  <a:srgbClr val="866154"/>
                </a:solidFill>
                <a:latin typeface="Calibri"/>
                <a:cs typeface="Calibri"/>
              </a:rPr>
              <a:t>h</a:t>
            </a:r>
            <a:r>
              <a:rPr sz="4350" spc="-15" baseline="1915" dirty="0">
                <a:solidFill>
                  <a:srgbClr val="866154"/>
                </a:solidFill>
                <a:latin typeface="Calibri"/>
                <a:cs typeface="Calibri"/>
              </a:rPr>
              <a:t>urd</a:t>
            </a:r>
            <a:r>
              <a:rPr sz="2900" spc="-10" dirty="0">
                <a:solidFill>
                  <a:srgbClr val="866154"/>
                </a:solidFill>
                <a:latin typeface="Calibri"/>
                <a:cs typeface="Calibri"/>
              </a:rPr>
              <a:t>les.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white logo&#10;&#10;AI-generated content may be incorrect.">
            <a:extLst>
              <a:ext uri="{FF2B5EF4-FFF2-40B4-BE49-F238E27FC236}">
                <a16:creationId xmlns:a16="http://schemas.microsoft.com/office/drawing/2014/main" id="{6981E8A5-BBBA-A31B-865B-5A6460801B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62400" y="1333500"/>
            <a:ext cx="5334000" cy="247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F7FFD5-630B-5D1E-419B-1AAD0CD492C2}"/>
              </a:ext>
            </a:extLst>
          </p:cNvPr>
          <p:cNvSpPr txBox="1"/>
          <p:nvPr/>
        </p:nvSpPr>
        <p:spPr>
          <a:xfrm>
            <a:off x="3962400" y="3809999"/>
            <a:ext cx="9829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https://youtube.com/shorts/CDodr3rrmKU?si=Y1tlrhyvQWYZFD08</a:t>
            </a:r>
          </a:p>
        </p:txBody>
      </p:sp>
    </p:spTree>
    <p:extLst>
      <p:ext uri="{BB962C8B-B14F-4D97-AF65-F5344CB8AC3E}">
        <p14:creationId xmlns:p14="http://schemas.microsoft.com/office/powerpoint/2010/main" val="745303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936881" y="584358"/>
              <a:ext cx="16320769" cy="6883400"/>
            </a:xfrm>
            <a:custGeom>
              <a:avLst/>
              <a:gdLst/>
              <a:ahLst/>
              <a:cxnLst/>
              <a:rect l="l" t="t" r="r" b="b"/>
              <a:pathLst>
                <a:path w="16320769" h="6883400">
                  <a:moveTo>
                    <a:pt x="15836643" y="6883143"/>
                  </a:moveTo>
                  <a:lnTo>
                    <a:pt x="485775" y="6883143"/>
                  </a:lnTo>
                  <a:lnTo>
                    <a:pt x="437762" y="6880767"/>
                  </a:lnTo>
                  <a:lnTo>
                    <a:pt x="390562" y="6873723"/>
                  </a:lnTo>
                  <a:lnTo>
                    <a:pt x="344494" y="6862146"/>
                  </a:lnTo>
                  <a:lnTo>
                    <a:pt x="299876" y="6846166"/>
                  </a:lnTo>
                  <a:lnTo>
                    <a:pt x="257028" y="6825916"/>
                  </a:lnTo>
                  <a:lnTo>
                    <a:pt x="216266" y="6801528"/>
                  </a:lnTo>
                  <a:lnTo>
                    <a:pt x="177911" y="6773133"/>
                  </a:lnTo>
                  <a:lnTo>
                    <a:pt x="142280" y="6740863"/>
                  </a:lnTo>
                  <a:lnTo>
                    <a:pt x="110010" y="6705232"/>
                  </a:lnTo>
                  <a:lnTo>
                    <a:pt x="81615" y="6666877"/>
                  </a:lnTo>
                  <a:lnTo>
                    <a:pt x="57227" y="6626116"/>
                  </a:lnTo>
                  <a:lnTo>
                    <a:pt x="36977" y="6583267"/>
                  </a:lnTo>
                  <a:lnTo>
                    <a:pt x="20997" y="6538649"/>
                  </a:lnTo>
                  <a:lnTo>
                    <a:pt x="9420" y="6492581"/>
                  </a:lnTo>
                  <a:lnTo>
                    <a:pt x="2377" y="6445382"/>
                  </a:lnTo>
                  <a:lnTo>
                    <a:pt x="0" y="6397369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5836643" y="0"/>
                  </a:lnTo>
                  <a:lnTo>
                    <a:pt x="15884656" y="2377"/>
                  </a:lnTo>
                  <a:lnTo>
                    <a:pt x="15931855" y="9420"/>
                  </a:lnTo>
                  <a:lnTo>
                    <a:pt x="15977923" y="20997"/>
                  </a:lnTo>
                  <a:lnTo>
                    <a:pt x="16022541" y="36977"/>
                  </a:lnTo>
                  <a:lnTo>
                    <a:pt x="16065390" y="57227"/>
                  </a:lnTo>
                  <a:lnTo>
                    <a:pt x="16106151" y="81615"/>
                  </a:lnTo>
                  <a:lnTo>
                    <a:pt x="16144507" y="110010"/>
                  </a:lnTo>
                  <a:lnTo>
                    <a:pt x="16180138" y="142280"/>
                  </a:lnTo>
                  <a:lnTo>
                    <a:pt x="16212408" y="177911"/>
                  </a:lnTo>
                  <a:lnTo>
                    <a:pt x="16240803" y="216266"/>
                  </a:lnTo>
                  <a:lnTo>
                    <a:pt x="16265191" y="257028"/>
                  </a:lnTo>
                  <a:lnTo>
                    <a:pt x="16285442" y="299876"/>
                  </a:lnTo>
                  <a:lnTo>
                    <a:pt x="16301422" y="344494"/>
                  </a:lnTo>
                  <a:lnTo>
                    <a:pt x="16312999" y="390562"/>
                  </a:lnTo>
                  <a:lnTo>
                    <a:pt x="16320042" y="437762"/>
                  </a:lnTo>
                  <a:lnTo>
                    <a:pt x="16320579" y="448595"/>
                  </a:lnTo>
                  <a:lnTo>
                    <a:pt x="16320579" y="6434548"/>
                  </a:lnTo>
                  <a:lnTo>
                    <a:pt x="16312999" y="6492581"/>
                  </a:lnTo>
                  <a:lnTo>
                    <a:pt x="16301422" y="6538649"/>
                  </a:lnTo>
                  <a:lnTo>
                    <a:pt x="16285442" y="6583267"/>
                  </a:lnTo>
                  <a:lnTo>
                    <a:pt x="16265191" y="6626116"/>
                  </a:lnTo>
                  <a:lnTo>
                    <a:pt x="16240803" y="6666877"/>
                  </a:lnTo>
                  <a:lnTo>
                    <a:pt x="16212408" y="6705232"/>
                  </a:lnTo>
                  <a:lnTo>
                    <a:pt x="16180138" y="6740863"/>
                  </a:lnTo>
                  <a:lnTo>
                    <a:pt x="16144507" y="6773133"/>
                  </a:lnTo>
                  <a:lnTo>
                    <a:pt x="16106151" y="6801528"/>
                  </a:lnTo>
                  <a:lnTo>
                    <a:pt x="16065390" y="6825916"/>
                  </a:lnTo>
                  <a:lnTo>
                    <a:pt x="16022541" y="6846166"/>
                  </a:lnTo>
                  <a:lnTo>
                    <a:pt x="15977923" y="6862146"/>
                  </a:lnTo>
                  <a:lnTo>
                    <a:pt x="15931855" y="6873723"/>
                  </a:lnTo>
                  <a:lnTo>
                    <a:pt x="15884656" y="6880767"/>
                  </a:lnTo>
                  <a:lnTo>
                    <a:pt x="15836643" y="68831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52831"/>
              <a:ext cx="2432134" cy="48341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54907" y="6368906"/>
              <a:ext cx="3233090" cy="391809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7500"/>
              </a:lnSpc>
              <a:spcBef>
                <a:spcPts val="90"/>
              </a:spcBef>
            </a:pPr>
            <a:r>
              <a:rPr spc="114" dirty="0"/>
              <a:t>NeoNurture</a:t>
            </a:r>
            <a:r>
              <a:rPr spc="70" dirty="0"/>
              <a:t> </a:t>
            </a:r>
            <a:r>
              <a:rPr dirty="0"/>
              <a:t>shows</a:t>
            </a:r>
            <a:r>
              <a:rPr spc="70" dirty="0"/>
              <a:t> </a:t>
            </a:r>
            <a:r>
              <a:rPr spc="-30" dirty="0"/>
              <a:t>how</a:t>
            </a:r>
            <a:r>
              <a:rPr spc="75" dirty="0"/>
              <a:t> </a:t>
            </a:r>
            <a:r>
              <a:rPr spc="50" dirty="0"/>
              <a:t>design</a:t>
            </a:r>
            <a:r>
              <a:rPr spc="70" dirty="0"/>
              <a:t> </a:t>
            </a:r>
            <a:r>
              <a:rPr dirty="0"/>
              <a:t>thinking</a:t>
            </a:r>
            <a:r>
              <a:rPr spc="75" dirty="0"/>
              <a:t> </a:t>
            </a:r>
            <a:r>
              <a:rPr dirty="0"/>
              <a:t>can</a:t>
            </a:r>
            <a:r>
              <a:rPr spc="70" dirty="0"/>
              <a:t> </a:t>
            </a:r>
            <a:r>
              <a:rPr spc="95" dirty="0"/>
              <a:t>solve</a:t>
            </a:r>
            <a:r>
              <a:rPr spc="70" dirty="0"/>
              <a:t> </a:t>
            </a:r>
            <a:r>
              <a:rPr spc="100" dirty="0"/>
              <a:t>real</a:t>
            </a:r>
            <a:r>
              <a:rPr spc="75" dirty="0"/>
              <a:t> </a:t>
            </a:r>
            <a:r>
              <a:rPr spc="50" dirty="0"/>
              <a:t>healthcare </a:t>
            </a:r>
            <a:r>
              <a:rPr spc="-10" dirty="0"/>
              <a:t>challenges.</a:t>
            </a:r>
          </a:p>
          <a:p>
            <a:pPr marL="280035" marR="272415" algn="ctr">
              <a:lnSpc>
                <a:spcPct val="235100"/>
              </a:lnSpc>
            </a:pPr>
            <a:r>
              <a:rPr spc="135" dirty="0"/>
              <a:t>Key</a:t>
            </a:r>
            <a:r>
              <a:rPr spc="145" dirty="0"/>
              <a:t> </a:t>
            </a:r>
            <a:r>
              <a:rPr dirty="0"/>
              <a:t>insight:</a:t>
            </a:r>
            <a:r>
              <a:rPr spc="150" dirty="0"/>
              <a:t> </a:t>
            </a:r>
            <a:r>
              <a:rPr spc="60" dirty="0"/>
              <a:t>Design</a:t>
            </a:r>
            <a:r>
              <a:rPr spc="150" dirty="0"/>
              <a:t> </a:t>
            </a:r>
            <a:r>
              <a:rPr spc="165" dirty="0"/>
              <a:t>for</a:t>
            </a:r>
            <a:r>
              <a:rPr spc="150" dirty="0"/>
              <a:t> </a:t>
            </a:r>
            <a:r>
              <a:rPr spc="70" dirty="0"/>
              <a:t>the</a:t>
            </a:r>
            <a:r>
              <a:rPr spc="150" dirty="0"/>
              <a:t> </a:t>
            </a:r>
            <a:r>
              <a:rPr spc="60" dirty="0"/>
              <a:t>systems</a:t>
            </a:r>
            <a:r>
              <a:rPr spc="150" dirty="0"/>
              <a:t> </a:t>
            </a:r>
            <a:r>
              <a:rPr spc="105" dirty="0"/>
              <a:t>that</a:t>
            </a:r>
            <a:r>
              <a:rPr spc="150" dirty="0"/>
              <a:t> </a:t>
            </a:r>
            <a:r>
              <a:rPr spc="80" dirty="0"/>
              <a:t>already</a:t>
            </a:r>
            <a:r>
              <a:rPr spc="150" dirty="0"/>
              <a:t> </a:t>
            </a:r>
            <a:r>
              <a:rPr dirty="0"/>
              <a:t>work</a:t>
            </a:r>
            <a:r>
              <a:rPr spc="145" dirty="0"/>
              <a:t> </a:t>
            </a:r>
            <a:r>
              <a:rPr spc="-10" dirty="0"/>
              <a:t>locally. </a:t>
            </a:r>
            <a:r>
              <a:rPr spc="100" dirty="0"/>
              <a:t>Result:</a:t>
            </a:r>
            <a:r>
              <a:rPr spc="80" dirty="0"/>
              <a:t> </a:t>
            </a:r>
            <a:r>
              <a:rPr dirty="0"/>
              <a:t>an</a:t>
            </a:r>
            <a:r>
              <a:rPr spc="80" dirty="0"/>
              <a:t> incubator</a:t>
            </a:r>
            <a:r>
              <a:rPr spc="85" dirty="0"/>
              <a:t> </a:t>
            </a:r>
            <a:r>
              <a:rPr spc="105" dirty="0"/>
              <a:t>that</a:t>
            </a:r>
            <a:r>
              <a:rPr spc="80" dirty="0"/>
              <a:t> </a:t>
            </a:r>
            <a:r>
              <a:rPr spc="-10" dirty="0"/>
              <a:t>mechanics—</a:t>
            </a:r>
            <a:r>
              <a:rPr dirty="0"/>
              <a:t>not</a:t>
            </a:r>
            <a:r>
              <a:rPr spc="85" dirty="0"/>
              <a:t> </a:t>
            </a:r>
            <a:r>
              <a:rPr spc="90" dirty="0"/>
              <a:t>specialists—</a:t>
            </a:r>
            <a:r>
              <a:rPr dirty="0"/>
              <a:t>can</a:t>
            </a:r>
            <a:r>
              <a:rPr spc="80" dirty="0"/>
              <a:t> </a:t>
            </a:r>
            <a:r>
              <a:rPr spc="95" dirty="0"/>
              <a:t>fix.</a:t>
            </a: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pc="95" dirty="0"/>
          </a:p>
          <a:p>
            <a:pPr algn="ctr">
              <a:lnSpc>
                <a:spcPct val="100000"/>
              </a:lnSpc>
            </a:pPr>
            <a:r>
              <a:rPr spc="420" dirty="0"/>
              <a:t>A</a:t>
            </a:r>
            <a:r>
              <a:rPr spc="110" dirty="0"/>
              <a:t> </a:t>
            </a:r>
            <a:r>
              <a:rPr spc="55" dirty="0"/>
              <a:t>powerful</a:t>
            </a:r>
            <a:r>
              <a:rPr spc="110" dirty="0"/>
              <a:t> </a:t>
            </a:r>
            <a:r>
              <a:rPr spc="114" dirty="0"/>
              <a:t>case</a:t>
            </a:r>
            <a:r>
              <a:rPr spc="110" dirty="0"/>
              <a:t> </a:t>
            </a:r>
            <a:r>
              <a:rPr spc="160" dirty="0"/>
              <a:t>of</a:t>
            </a:r>
            <a:r>
              <a:rPr spc="110" dirty="0"/>
              <a:t> </a:t>
            </a:r>
            <a:r>
              <a:rPr spc="-95" dirty="0"/>
              <a:t>human-</a:t>
            </a:r>
            <a:r>
              <a:rPr spc="85" dirty="0"/>
              <a:t>centered</a:t>
            </a:r>
            <a:r>
              <a:rPr spc="110" dirty="0"/>
              <a:t> </a:t>
            </a:r>
            <a:r>
              <a:rPr spc="-10" dirty="0"/>
              <a:t>innovation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1484" y="832013"/>
            <a:ext cx="6049010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345" dirty="0"/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4464"/>
              <a:ext cx="3645221" cy="40757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2550" y="4544418"/>
              <a:ext cx="2165448" cy="470013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5204" y="2550266"/>
            <a:ext cx="13660755" cy="3700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100" spc="150" dirty="0"/>
              <a:t>Thank</a:t>
            </a:r>
            <a:r>
              <a:rPr sz="24100" spc="585" dirty="0"/>
              <a:t> </a:t>
            </a:r>
            <a:r>
              <a:rPr sz="24100" spc="1130" dirty="0"/>
              <a:t>You</a:t>
            </a:r>
            <a:endParaRPr sz="2410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478</Words>
  <Application>Microsoft Office PowerPoint</Application>
  <PresentationFormat>Custom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Lucida Sans Unicode</vt:lpstr>
      <vt:lpstr>Office Theme</vt:lpstr>
      <vt:lpstr>PowerPoint Presentation</vt:lpstr>
      <vt:lpstr>OUR TEAM</vt:lpstr>
      <vt:lpstr>INTRODUCTION</vt:lpstr>
      <vt:lpstr>BACKGROUND</vt:lpstr>
      <vt:lpstr>PowerPoint Presentation</vt:lpstr>
      <vt:lpstr>PROBLEMS</vt:lpstr>
      <vt:lpstr>EMPATHISE</vt:lpstr>
      <vt:lpstr>INSIGHTS FROM</vt:lpstr>
      <vt:lpstr>DEFINE</vt:lpstr>
      <vt:lpstr>IDEATE STAGE</vt:lpstr>
      <vt:lpstr>SELECTED CONCEPT:</vt:lpstr>
      <vt:lpstr>PROTOTYPE</vt:lpstr>
      <vt:lpstr>FEATURES OF NEONURTURE</vt:lpstr>
      <vt:lpstr>TESTING IN CLINICS</vt:lpstr>
      <vt:lpstr>IMPACT&amp; LIMITATION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NEONURTURE INCUBATOR</dc:title>
  <dc:creator>Shakshi Pandey</dc:creator>
  <cp:keywords>DAG58i3qgok,BAGl_N2vwNw,0</cp:keywords>
  <cp:lastModifiedBy>Royal Vshishtha</cp:lastModifiedBy>
  <cp:revision>4</cp:revision>
  <dcterms:created xsi:type="dcterms:W3CDTF">2025-11-28T04:29:05Z</dcterms:created>
  <dcterms:modified xsi:type="dcterms:W3CDTF">2025-11-29T01:52:28Z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2025-11-28T00:00:00Z</vt:filetime>
  </property>
  <property fmtid="{D5CDD505-2E9C-101B-9397-08002B2CF9AE}" pid="5" name="Producer">
    <vt:lpwstr>Canva</vt:lpwstr>
  </property>
</Properties>
</file>